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Open Sauce" charset="1" panose="00000500000000000000"/>
      <p:regular r:id="rId17"/>
    </p:embeddedFont>
    <p:embeddedFont>
      <p:font typeface="Open Sauce Semi-Bold" charset="1" panose="00000700000000000000"/>
      <p:regular r:id="rId18"/>
    </p:embeddedFont>
    <p:embeddedFont>
      <p:font typeface="Open Sauce Bold" charset="1" panose="00000800000000000000"/>
      <p:regular r:id="rId19"/>
    </p:embeddedFont>
    <p:embeddedFont>
      <p:font typeface="Open Sauce Medium" charset="1" panose="000006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5.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media/image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7.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8.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7181" t="-19076" r="-3000" b="-11427"/>
            </a:stretch>
          </a:blipFill>
        </p:spPr>
      </p:sp>
      <p:sp>
        <p:nvSpPr>
          <p:cNvPr name="TextBox 3" id="3"/>
          <p:cNvSpPr txBox="true"/>
          <p:nvPr/>
        </p:nvSpPr>
        <p:spPr>
          <a:xfrm rot="0">
            <a:off x="1028700" y="3193386"/>
            <a:ext cx="10155052" cy="1965964"/>
          </a:xfrm>
          <a:prstGeom prst="rect">
            <a:avLst/>
          </a:prstGeom>
        </p:spPr>
        <p:txBody>
          <a:bodyPr anchor="t" rtlCol="false" tIns="0" lIns="0" bIns="0" rIns="0">
            <a:spAutoFit/>
          </a:bodyPr>
          <a:lstStyle/>
          <a:p>
            <a:pPr algn="l">
              <a:lnSpc>
                <a:spcPts val="15120"/>
              </a:lnSpc>
            </a:pPr>
            <a:r>
              <a:rPr lang="en-US" sz="14000" spc="-826">
                <a:solidFill>
                  <a:srgbClr val="185079"/>
                </a:solidFill>
                <a:latin typeface="Open Sauce"/>
                <a:ea typeface="Open Sauce"/>
                <a:cs typeface="Open Sauce"/>
                <a:sym typeface="Open Sauce"/>
              </a:rPr>
              <a:t>BUSINESS</a:t>
            </a:r>
          </a:p>
        </p:txBody>
      </p:sp>
      <p:sp>
        <p:nvSpPr>
          <p:cNvPr name="Freeform 4" id="4"/>
          <p:cNvSpPr/>
          <p:nvPr/>
        </p:nvSpPr>
        <p:spPr>
          <a:xfrm flipH="false" flipV="false" rot="0">
            <a:off x="5608035" y="-4316939"/>
            <a:ext cx="22188662" cy="18920878"/>
          </a:xfrm>
          <a:custGeom>
            <a:avLst/>
            <a:gdLst/>
            <a:ahLst/>
            <a:cxnLst/>
            <a:rect r="r" b="b" t="t" l="l"/>
            <a:pathLst>
              <a:path h="18920878" w="22188662">
                <a:moveTo>
                  <a:pt x="0" y="0"/>
                </a:moveTo>
                <a:lnTo>
                  <a:pt x="22188662" y="0"/>
                </a:lnTo>
                <a:lnTo>
                  <a:pt x="22188662" y="18920878"/>
                </a:lnTo>
                <a:lnTo>
                  <a:pt x="0" y="18920878"/>
                </a:lnTo>
                <a:lnTo>
                  <a:pt x="0" y="0"/>
                </a:lnTo>
                <a:close/>
              </a:path>
            </a:pathLst>
          </a:custGeom>
          <a:blipFill>
            <a:blip r:embed="rId3"/>
            <a:stretch>
              <a:fillRect l="0" t="0" r="0" b="0"/>
            </a:stretch>
          </a:blipFill>
        </p:spPr>
      </p:sp>
      <p:sp>
        <p:nvSpPr>
          <p:cNvPr name="TextBox 5" id="5"/>
          <p:cNvSpPr txBox="true"/>
          <p:nvPr/>
        </p:nvSpPr>
        <p:spPr>
          <a:xfrm rot="0">
            <a:off x="1028700" y="5001928"/>
            <a:ext cx="13616443" cy="2253611"/>
          </a:xfrm>
          <a:prstGeom prst="rect">
            <a:avLst/>
          </a:prstGeom>
        </p:spPr>
        <p:txBody>
          <a:bodyPr anchor="t" rtlCol="false" tIns="0" lIns="0" bIns="0" rIns="0">
            <a:spAutoFit/>
          </a:bodyPr>
          <a:lstStyle/>
          <a:p>
            <a:pPr algn="l" marL="0" indent="0" lvl="0">
              <a:lnSpc>
                <a:spcPts val="17279"/>
              </a:lnSpc>
              <a:spcBef>
                <a:spcPct val="0"/>
              </a:spcBef>
            </a:pPr>
            <a:r>
              <a:rPr lang="en-US" b="true" sz="15999" spc="-943" strike="noStrike" u="none">
                <a:solidFill>
                  <a:srgbClr val="185079"/>
                </a:solidFill>
                <a:latin typeface="Open Sauce Semi-Bold"/>
                <a:ea typeface="Open Sauce Semi-Bold"/>
                <a:cs typeface="Open Sauce Semi-Bold"/>
                <a:sym typeface="Open Sauce Semi-Bold"/>
              </a:rPr>
              <a:t>PROPOSAL</a:t>
            </a:r>
          </a:p>
        </p:txBody>
      </p:sp>
      <p:sp>
        <p:nvSpPr>
          <p:cNvPr name="TextBox 6" id="6"/>
          <p:cNvSpPr txBox="true"/>
          <p:nvPr/>
        </p:nvSpPr>
        <p:spPr>
          <a:xfrm rot="0">
            <a:off x="1028700" y="8788907"/>
            <a:ext cx="10155052" cy="469393"/>
          </a:xfrm>
          <a:prstGeom prst="rect">
            <a:avLst/>
          </a:prstGeom>
        </p:spPr>
        <p:txBody>
          <a:bodyPr anchor="t" rtlCol="false" tIns="0" lIns="0" bIns="0" rIns="0">
            <a:spAutoFit/>
          </a:bodyPr>
          <a:lstStyle/>
          <a:p>
            <a:pPr algn="l">
              <a:lnSpc>
                <a:spcPts val="3564"/>
              </a:lnSpc>
            </a:pPr>
            <a:r>
              <a:rPr lang="en-US" b="true" sz="3300" spc="-118">
                <a:solidFill>
                  <a:srgbClr val="185079"/>
                </a:solidFill>
                <a:latin typeface="Open Sauce Bold"/>
                <a:ea typeface="Open Sauce Bold"/>
                <a:cs typeface="Open Sauce Bold"/>
                <a:sym typeface="Open Sauce Bold"/>
              </a:rPr>
              <a:t>WWW.REALLYGREATSITE.COM</a:t>
            </a:r>
          </a:p>
        </p:txBody>
      </p:sp>
      <p:sp>
        <p:nvSpPr>
          <p:cNvPr name="TextBox 7" id="7"/>
          <p:cNvSpPr txBox="true"/>
          <p:nvPr/>
        </p:nvSpPr>
        <p:spPr>
          <a:xfrm rot="0">
            <a:off x="2421128" y="1127555"/>
            <a:ext cx="2738697" cy="469393"/>
          </a:xfrm>
          <a:prstGeom prst="rect">
            <a:avLst/>
          </a:prstGeom>
        </p:spPr>
        <p:txBody>
          <a:bodyPr anchor="t" rtlCol="false" tIns="0" lIns="0" bIns="0" rIns="0">
            <a:spAutoFit/>
          </a:bodyPr>
          <a:lstStyle/>
          <a:p>
            <a:pPr algn="l">
              <a:lnSpc>
                <a:spcPts val="3564"/>
              </a:lnSpc>
            </a:pPr>
            <a:r>
              <a:rPr lang="en-US" b="true" sz="3300" spc="-118">
                <a:solidFill>
                  <a:srgbClr val="185079"/>
                </a:solidFill>
                <a:latin typeface="Open Sauce Bold"/>
                <a:ea typeface="Open Sauce Bold"/>
                <a:cs typeface="Open Sauce Bold"/>
                <a:sym typeface="Open Sauce Bold"/>
              </a:rPr>
              <a:t>COMPANY</a:t>
            </a:r>
          </a:p>
        </p:txBody>
      </p:sp>
      <p:sp>
        <p:nvSpPr>
          <p:cNvPr name="Freeform 8" id="8"/>
          <p:cNvSpPr/>
          <p:nvPr/>
        </p:nvSpPr>
        <p:spPr>
          <a:xfrm flipH="false" flipV="false" rot="0">
            <a:off x="1028700" y="1028700"/>
            <a:ext cx="944219" cy="568248"/>
          </a:xfrm>
          <a:custGeom>
            <a:avLst/>
            <a:gdLst/>
            <a:ahLst/>
            <a:cxnLst/>
            <a:rect r="r" b="b" t="t" l="l"/>
            <a:pathLst>
              <a:path h="568248" w="944219">
                <a:moveTo>
                  <a:pt x="0" y="0"/>
                </a:moveTo>
                <a:lnTo>
                  <a:pt x="944219" y="0"/>
                </a:lnTo>
                <a:lnTo>
                  <a:pt x="944219" y="568248"/>
                </a:lnTo>
                <a:lnTo>
                  <a:pt x="0" y="5682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7181" t="-19076" r="-3000" b="-11427"/>
            </a:stretch>
          </a:blipFill>
        </p:spPr>
      </p:sp>
      <p:sp>
        <p:nvSpPr>
          <p:cNvPr name="Freeform 3" id="3"/>
          <p:cNvSpPr/>
          <p:nvPr/>
        </p:nvSpPr>
        <p:spPr>
          <a:xfrm flipH="false" flipV="false" rot="0">
            <a:off x="-8153289" y="4936437"/>
            <a:ext cx="15919790" cy="13575239"/>
          </a:xfrm>
          <a:custGeom>
            <a:avLst/>
            <a:gdLst/>
            <a:ahLst/>
            <a:cxnLst/>
            <a:rect r="r" b="b" t="t" l="l"/>
            <a:pathLst>
              <a:path h="13575239" w="15919790">
                <a:moveTo>
                  <a:pt x="0" y="0"/>
                </a:moveTo>
                <a:lnTo>
                  <a:pt x="15919789" y="0"/>
                </a:lnTo>
                <a:lnTo>
                  <a:pt x="15919789" y="13575239"/>
                </a:lnTo>
                <a:lnTo>
                  <a:pt x="0" y="13575239"/>
                </a:lnTo>
                <a:lnTo>
                  <a:pt x="0" y="0"/>
                </a:lnTo>
                <a:close/>
              </a:path>
            </a:pathLst>
          </a:custGeom>
          <a:blipFill>
            <a:blip r:embed="rId3"/>
            <a:stretch>
              <a:fillRect l="0" t="0" r="0" b="0"/>
            </a:stretch>
          </a:blipFill>
        </p:spPr>
      </p:sp>
      <p:sp>
        <p:nvSpPr>
          <p:cNvPr name="Freeform 4" id="4"/>
          <p:cNvSpPr/>
          <p:nvPr/>
        </p:nvSpPr>
        <p:spPr>
          <a:xfrm flipH="false" flipV="false" rot="0">
            <a:off x="11275201" y="-7726307"/>
            <a:ext cx="15919790" cy="13575239"/>
          </a:xfrm>
          <a:custGeom>
            <a:avLst/>
            <a:gdLst/>
            <a:ahLst/>
            <a:cxnLst/>
            <a:rect r="r" b="b" t="t" l="l"/>
            <a:pathLst>
              <a:path h="13575239" w="15919790">
                <a:moveTo>
                  <a:pt x="0" y="0"/>
                </a:moveTo>
                <a:lnTo>
                  <a:pt x="15919790" y="0"/>
                </a:lnTo>
                <a:lnTo>
                  <a:pt x="15919790" y="13575239"/>
                </a:lnTo>
                <a:lnTo>
                  <a:pt x="0" y="13575239"/>
                </a:lnTo>
                <a:lnTo>
                  <a:pt x="0" y="0"/>
                </a:lnTo>
                <a:close/>
              </a:path>
            </a:pathLst>
          </a:custGeom>
          <a:blipFill>
            <a:blip r:embed="rId3"/>
            <a:stretch>
              <a:fillRect l="0" t="0" r="0" b="0"/>
            </a:stretch>
          </a:blipFill>
        </p:spPr>
      </p:sp>
      <p:grpSp>
        <p:nvGrpSpPr>
          <p:cNvPr name="Group 5" id="5"/>
          <p:cNvGrpSpPr/>
          <p:nvPr/>
        </p:nvGrpSpPr>
        <p:grpSpPr>
          <a:xfrm rot="0">
            <a:off x="10660556" y="1028700"/>
            <a:ext cx="6255889" cy="8229600"/>
            <a:chOff x="0" y="0"/>
            <a:chExt cx="812800" cy="1069236"/>
          </a:xfrm>
        </p:grpSpPr>
        <p:sp>
          <p:nvSpPr>
            <p:cNvPr name="Freeform 6" id="6"/>
            <p:cNvSpPr/>
            <p:nvPr/>
          </p:nvSpPr>
          <p:spPr>
            <a:xfrm flipH="false" flipV="false" rot="0">
              <a:off x="0" y="0"/>
              <a:ext cx="812800" cy="1069236"/>
            </a:xfrm>
            <a:custGeom>
              <a:avLst/>
              <a:gdLst/>
              <a:ahLst/>
              <a:cxnLst/>
              <a:rect r="r" b="b" t="t" l="l"/>
              <a:pathLst>
                <a:path h="1069236" w="812800">
                  <a:moveTo>
                    <a:pt x="28463" y="0"/>
                  </a:moveTo>
                  <a:lnTo>
                    <a:pt x="784337" y="0"/>
                  </a:lnTo>
                  <a:cubicBezTo>
                    <a:pt x="800056" y="0"/>
                    <a:pt x="812800" y="12744"/>
                    <a:pt x="812800" y="28463"/>
                  </a:cubicBezTo>
                  <a:lnTo>
                    <a:pt x="812800" y="1040772"/>
                  </a:lnTo>
                  <a:cubicBezTo>
                    <a:pt x="812800" y="1056492"/>
                    <a:pt x="800056" y="1069236"/>
                    <a:pt x="784337" y="1069236"/>
                  </a:cubicBezTo>
                  <a:lnTo>
                    <a:pt x="28463" y="1069236"/>
                  </a:lnTo>
                  <a:cubicBezTo>
                    <a:pt x="12744" y="1069236"/>
                    <a:pt x="0" y="1056492"/>
                    <a:pt x="0" y="1040772"/>
                  </a:cubicBezTo>
                  <a:lnTo>
                    <a:pt x="0" y="28463"/>
                  </a:lnTo>
                  <a:cubicBezTo>
                    <a:pt x="0" y="12744"/>
                    <a:pt x="12744" y="0"/>
                    <a:pt x="28463" y="0"/>
                  </a:cubicBezTo>
                  <a:close/>
                </a:path>
              </a:pathLst>
            </a:custGeom>
            <a:blipFill>
              <a:blip r:embed="rId4"/>
              <a:stretch>
                <a:fillRect l="-123091" t="0" r="-123091" b="0"/>
              </a:stretch>
            </a:blipFill>
          </p:spPr>
        </p:sp>
      </p:grpSp>
      <p:sp>
        <p:nvSpPr>
          <p:cNvPr name="TextBox 7" id="7"/>
          <p:cNvSpPr txBox="true"/>
          <p:nvPr/>
        </p:nvSpPr>
        <p:spPr>
          <a:xfrm rot="0">
            <a:off x="1409700" y="2111272"/>
            <a:ext cx="6737800" cy="2193497"/>
          </a:xfrm>
          <a:prstGeom prst="rect">
            <a:avLst/>
          </a:prstGeom>
        </p:spPr>
        <p:txBody>
          <a:bodyPr anchor="t" rtlCol="false" tIns="0" lIns="0" bIns="0" rIns="0">
            <a:spAutoFit/>
          </a:bodyPr>
          <a:lstStyle/>
          <a:p>
            <a:pPr algn="l" marL="0" indent="0" lvl="0">
              <a:lnSpc>
                <a:spcPts val="8550"/>
              </a:lnSpc>
              <a:spcBef>
                <a:spcPct val="0"/>
              </a:spcBef>
            </a:pPr>
            <a:r>
              <a:rPr lang="en-US" b="true" sz="7917" spc="-467">
                <a:solidFill>
                  <a:srgbClr val="185079"/>
                </a:solidFill>
                <a:latin typeface="Open Sauce Semi-Bold"/>
                <a:ea typeface="Open Sauce Semi-Bold"/>
                <a:cs typeface="Open Sauce Semi-Bold"/>
                <a:sym typeface="Open Sauce Semi-Bold"/>
              </a:rPr>
              <a:t>MA</a:t>
            </a:r>
            <a:r>
              <a:rPr lang="en-US" b="true" sz="7917" spc="-467" strike="noStrike" u="none">
                <a:solidFill>
                  <a:srgbClr val="185079"/>
                </a:solidFill>
                <a:latin typeface="Open Sauce Semi-Bold"/>
                <a:ea typeface="Open Sauce Semi-Bold"/>
                <a:cs typeface="Open Sauce Semi-Bold"/>
                <a:sym typeface="Open Sauce Semi-Bold"/>
              </a:rPr>
              <a:t>R</a:t>
            </a:r>
            <a:r>
              <a:rPr lang="en-US" b="true" sz="7917" spc="-467" strike="noStrike" u="none">
                <a:solidFill>
                  <a:srgbClr val="185079"/>
                </a:solidFill>
                <a:latin typeface="Open Sauce Semi-Bold"/>
                <a:ea typeface="Open Sauce Semi-Bold"/>
                <a:cs typeface="Open Sauce Semi-Bold"/>
                <a:sym typeface="Open Sauce Semi-Bold"/>
              </a:rPr>
              <a:t>KET OP</a:t>
            </a:r>
            <a:r>
              <a:rPr lang="en-US" b="true" sz="7917" spc="-467" strike="noStrike" u="none">
                <a:solidFill>
                  <a:srgbClr val="185079"/>
                </a:solidFill>
                <a:latin typeface="Open Sauce Semi-Bold"/>
                <a:ea typeface="Open Sauce Semi-Bold"/>
                <a:cs typeface="Open Sauce Semi-Bold"/>
                <a:sym typeface="Open Sauce Semi-Bold"/>
              </a:rPr>
              <a:t>PO</a:t>
            </a:r>
            <a:r>
              <a:rPr lang="en-US" b="true" sz="7917" spc="-467" strike="noStrike" u="none">
                <a:solidFill>
                  <a:srgbClr val="185079"/>
                </a:solidFill>
                <a:latin typeface="Open Sauce Semi-Bold"/>
                <a:ea typeface="Open Sauce Semi-Bold"/>
                <a:cs typeface="Open Sauce Semi-Bold"/>
                <a:sym typeface="Open Sauce Semi-Bold"/>
              </a:rPr>
              <a:t>RTUNITY</a:t>
            </a:r>
          </a:p>
        </p:txBody>
      </p:sp>
      <p:sp>
        <p:nvSpPr>
          <p:cNvPr name="TextBox 8" id="8"/>
          <p:cNvSpPr txBox="true"/>
          <p:nvPr/>
        </p:nvSpPr>
        <p:spPr>
          <a:xfrm rot="0">
            <a:off x="1409700" y="5021948"/>
            <a:ext cx="1556875" cy="843915"/>
          </a:xfrm>
          <a:prstGeom prst="rect">
            <a:avLst/>
          </a:prstGeom>
        </p:spPr>
        <p:txBody>
          <a:bodyPr anchor="t" rtlCol="false" tIns="0" lIns="0" bIns="0" rIns="0">
            <a:spAutoFit/>
          </a:bodyPr>
          <a:lstStyle/>
          <a:p>
            <a:pPr algn="l" marL="0" indent="0" lvl="0">
              <a:lnSpc>
                <a:spcPts val="6480"/>
              </a:lnSpc>
              <a:spcBef>
                <a:spcPct val="0"/>
              </a:spcBef>
            </a:pPr>
            <a:r>
              <a:rPr lang="en-US" b="true" sz="6000" spc="-354">
                <a:solidFill>
                  <a:srgbClr val="185079"/>
                </a:solidFill>
                <a:latin typeface="Open Sauce Bold"/>
                <a:ea typeface="Open Sauce Bold"/>
                <a:cs typeface="Open Sauce Bold"/>
                <a:sym typeface="Open Sauce Bold"/>
              </a:rPr>
              <a:t>01</a:t>
            </a:r>
          </a:p>
        </p:txBody>
      </p:sp>
      <p:sp>
        <p:nvSpPr>
          <p:cNvPr name="TextBox 9" id="9"/>
          <p:cNvSpPr txBox="true"/>
          <p:nvPr/>
        </p:nvSpPr>
        <p:spPr>
          <a:xfrm rot="0">
            <a:off x="1409700" y="7119406"/>
            <a:ext cx="1556875" cy="843915"/>
          </a:xfrm>
          <a:prstGeom prst="rect">
            <a:avLst/>
          </a:prstGeom>
        </p:spPr>
        <p:txBody>
          <a:bodyPr anchor="t" rtlCol="false" tIns="0" lIns="0" bIns="0" rIns="0">
            <a:spAutoFit/>
          </a:bodyPr>
          <a:lstStyle/>
          <a:p>
            <a:pPr algn="l" marL="0" indent="0" lvl="0">
              <a:lnSpc>
                <a:spcPts val="6480"/>
              </a:lnSpc>
              <a:spcBef>
                <a:spcPct val="0"/>
              </a:spcBef>
            </a:pPr>
            <a:r>
              <a:rPr lang="en-US" b="true" sz="6000" spc="-354">
                <a:solidFill>
                  <a:srgbClr val="185079"/>
                </a:solidFill>
                <a:latin typeface="Open Sauce Bold"/>
                <a:ea typeface="Open Sauce Bold"/>
                <a:cs typeface="Open Sauce Bold"/>
                <a:sym typeface="Open Sauce Bold"/>
              </a:rPr>
              <a:t>02</a:t>
            </a:r>
          </a:p>
        </p:txBody>
      </p:sp>
      <p:sp>
        <p:nvSpPr>
          <p:cNvPr name="TextBox 10" id="10"/>
          <p:cNvSpPr txBox="true"/>
          <p:nvPr/>
        </p:nvSpPr>
        <p:spPr>
          <a:xfrm rot="0">
            <a:off x="3265835" y="4723868"/>
            <a:ext cx="5772505" cy="1564005"/>
          </a:xfrm>
          <a:prstGeom prst="rect">
            <a:avLst/>
          </a:prstGeom>
        </p:spPr>
        <p:txBody>
          <a:bodyPr anchor="t" rtlCol="false" tIns="0" lIns="0" bIns="0" rIns="0">
            <a:spAutoFit/>
          </a:bodyPr>
          <a:lstStyle/>
          <a:p>
            <a:pPr algn="l" marL="0" indent="0" lvl="0">
              <a:lnSpc>
                <a:spcPts val="2520"/>
              </a:lnSpc>
            </a:pPr>
            <a:r>
              <a:rPr lang="en-US" b="true" sz="1800" u="none">
                <a:solidFill>
                  <a:srgbClr val="185079"/>
                </a:solidFill>
                <a:latin typeface="Open Sauce Bold"/>
                <a:ea typeface="Open Sauce Bold"/>
                <a:cs typeface="Open Sauce Bold"/>
                <a:sym typeface="Open Sauce Bold"/>
              </a:rPr>
              <a:t>Lorem ipsum dolor sit amet, consectetur adipiscing elit, sed do eiusmod tempor incididunt ut labore et dolore magna aliqua. Ut enim ad minim veniam, quis nostrud exercitation ullamco laboris nisi ut aliquip ex ea commodo consequat.</a:t>
            </a:r>
          </a:p>
        </p:txBody>
      </p:sp>
      <p:sp>
        <p:nvSpPr>
          <p:cNvPr name="TextBox 11" id="11"/>
          <p:cNvSpPr txBox="true"/>
          <p:nvPr/>
        </p:nvSpPr>
        <p:spPr>
          <a:xfrm rot="0">
            <a:off x="3265835" y="6706973"/>
            <a:ext cx="5772505" cy="1564005"/>
          </a:xfrm>
          <a:prstGeom prst="rect">
            <a:avLst/>
          </a:prstGeom>
        </p:spPr>
        <p:txBody>
          <a:bodyPr anchor="t" rtlCol="false" tIns="0" lIns="0" bIns="0" rIns="0">
            <a:spAutoFit/>
          </a:bodyPr>
          <a:lstStyle/>
          <a:p>
            <a:pPr algn="l" marL="0" indent="0" lvl="0">
              <a:lnSpc>
                <a:spcPts val="2520"/>
              </a:lnSpc>
            </a:pPr>
            <a:r>
              <a:rPr lang="en-US" b="true" sz="1800" u="none">
                <a:solidFill>
                  <a:srgbClr val="185079"/>
                </a:solidFill>
                <a:latin typeface="Open Sauce Bold"/>
                <a:ea typeface="Open Sauce Bold"/>
                <a:cs typeface="Open Sauce Bold"/>
                <a:sym typeface="Open Sauce Bold"/>
              </a:rPr>
              <a:t>Lorem ipsum dolor sit amet, consectetur adipiscing elit, sed do eiusmod tempor incididunt ut labore et dolore magna aliqua. Ut enim ad minim veniam, quis nostrud exercitation ullamco laboris nisi ut aliquip ex ea commodo consequat.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7181" t="-19076" r="-3000" b="-11427"/>
            </a:stretch>
          </a:blipFill>
        </p:spPr>
      </p:sp>
      <p:sp>
        <p:nvSpPr>
          <p:cNvPr name="TextBox 3" id="3"/>
          <p:cNvSpPr txBox="true"/>
          <p:nvPr/>
        </p:nvSpPr>
        <p:spPr>
          <a:xfrm rot="0">
            <a:off x="1409700" y="2725480"/>
            <a:ext cx="6737800" cy="2193497"/>
          </a:xfrm>
          <a:prstGeom prst="rect">
            <a:avLst/>
          </a:prstGeom>
        </p:spPr>
        <p:txBody>
          <a:bodyPr anchor="t" rtlCol="false" tIns="0" lIns="0" bIns="0" rIns="0">
            <a:spAutoFit/>
          </a:bodyPr>
          <a:lstStyle/>
          <a:p>
            <a:pPr algn="l" marL="0" indent="0" lvl="0">
              <a:lnSpc>
                <a:spcPts val="8550"/>
              </a:lnSpc>
              <a:spcBef>
                <a:spcPct val="0"/>
              </a:spcBef>
            </a:pPr>
            <a:r>
              <a:rPr lang="en-US" b="true" sz="7917" spc="-467">
                <a:solidFill>
                  <a:srgbClr val="185079"/>
                </a:solidFill>
                <a:latin typeface="Open Sauce Semi-Bold"/>
                <a:ea typeface="Open Sauce Semi-Bold"/>
                <a:cs typeface="Open Sauce Semi-Bold"/>
                <a:sym typeface="Open Sauce Semi-Bold"/>
              </a:rPr>
              <a:t>P</a:t>
            </a:r>
            <a:r>
              <a:rPr lang="en-US" b="true" sz="7917" spc="-467" strike="noStrike" u="none">
                <a:solidFill>
                  <a:srgbClr val="185079"/>
                </a:solidFill>
                <a:latin typeface="Open Sauce Semi-Bold"/>
                <a:ea typeface="Open Sauce Semi-Bold"/>
                <a:cs typeface="Open Sauce Semi-Bold"/>
                <a:sym typeface="Open Sauce Semi-Bold"/>
              </a:rPr>
              <a:t>ROBLE</a:t>
            </a:r>
            <a:r>
              <a:rPr lang="en-US" b="true" sz="7917" spc="-467" strike="noStrike" u="none">
                <a:solidFill>
                  <a:srgbClr val="185079"/>
                </a:solidFill>
                <a:latin typeface="Open Sauce Semi-Bold"/>
                <a:ea typeface="Open Sauce Semi-Bold"/>
                <a:cs typeface="Open Sauce Semi-Bold"/>
                <a:sym typeface="Open Sauce Semi-Bold"/>
              </a:rPr>
              <a:t>M</a:t>
            </a:r>
            <a:r>
              <a:rPr lang="en-US" b="true" sz="7917" spc="-467" strike="noStrike" u="none">
                <a:solidFill>
                  <a:srgbClr val="185079"/>
                </a:solidFill>
                <a:latin typeface="Open Sauce Semi-Bold"/>
                <a:ea typeface="Open Sauce Semi-Bold"/>
                <a:cs typeface="Open Sauce Semi-Bold"/>
                <a:sym typeface="Open Sauce Semi-Bold"/>
              </a:rPr>
              <a:t> </a:t>
            </a:r>
            <a:r>
              <a:rPr lang="en-US" b="true" sz="7917" spc="-467" strike="noStrike" u="none">
                <a:solidFill>
                  <a:srgbClr val="185079"/>
                </a:solidFill>
                <a:latin typeface="Open Sauce Semi-Bold"/>
                <a:ea typeface="Open Sauce Semi-Bold"/>
                <a:cs typeface="Open Sauce Semi-Bold"/>
                <a:sym typeface="Open Sauce Semi-Bold"/>
              </a:rPr>
              <a:t>STA</a:t>
            </a:r>
            <a:r>
              <a:rPr lang="en-US" b="true" sz="7917" spc="-467" strike="noStrike" u="none">
                <a:solidFill>
                  <a:srgbClr val="185079"/>
                </a:solidFill>
                <a:latin typeface="Open Sauce Semi-Bold"/>
                <a:ea typeface="Open Sauce Semi-Bold"/>
                <a:cs typeface="Open Sauce Semi-Bold"/>
                <a:sym typeface="Open Sauce Semi-Bold"/>
              </a:rPr>
              <a:t>T</a:t>
            </a:r>
            <a:r>
              <a:rPr lang="en-US" b="true" sz="7917" spc="-467" strike="noStrike" u="none">
                <a:solidFill>
                  <a:srgbClr val="185079"/>
                </a:solidFill>
                <a:latin typeface="Open Sauce Semi-Bold"/>
                <a:ea typeface="Open Sauce Semi-Bold"/>
                <a:cs typeface="Open Sauce Semi-Bold"/>
                <a:sym typeface="Open Sauce Semi-Bold"/>
              </a:rPr>
              <a:t>EME</a:t>
            </a:r>
            <a:r>
              <a:rPr lang="en-US" b="true" sz="7917" spc="-467" strike="noStrike" u="none">
                <a:solidFill>
                  <a:srgbClr val="185079"/>
                </a:solidFill>
                <a:latin typeface="Open Sauce Semi-Bold"/>
                <a:ea typeface="Open Sauce Semi-Bold"/>
                <a:cs typeface="Open Sauce Semi-Bold"/>
                <a:sym typeface="Open Sauce Semi-Bold"/>
              </a:rPr>
              <a:t>NT</a:t>
            </a:r>
          </a:p>
        </p:txBody>
      </p:sp>
      <p:sp>
        <p:nvSpPr>
          <p:cNvPr name="TextBox 4" id="4"/>
          <p:cNvSpPr txBox="true"/>
          <p:nvPr/>
        </p:nvSpPr>
        <p:spPr>
          <a:xfrm rot="0">
            <a:off x="1409700" y="5149790"/>
            <a:ext cx="7067736" cy="2506980"/>
          </a:xfrm>
          <a:prstGeom prst="rect">
            <a:avLst/>
          </a:prstGeom>
        </p:spPr>
        <p:txBody>
          <a:bodyPr anchor="t" rtlCol="false" tIns="0" lIns="0" bIns="0" rIns="0">
            <a:spAutoFit/>
          </a:bodyPr>
          <a:lstStyle/>
          <a:p>
            <a:pPr algn="l" marL="0" indent="0" lvl="0">
              <a:lnSpc>
                <a:spcPts val="2520"/>
              </a:lnSpc>
              <a:spcBef>
                <a:spcPct val="0"/>
              </a:spcBef>
            </a:pPr>
            <a:r>
              <a:rPr lang="en-US" b="true" sz="1800" strike="noStrike" u="none">
                <a:solidFill>
                  <a:srgbClr val="185079"/>
                </a:solidFill>
                <a:latin typeface="Open Sauce Bold"/>
                <a:ea typeface="Open Sauce Bold"/>
                <a:cs typeface="Open Sauce Bold"/>
                <a:sym typeface="Open Sauce Bold"/>
              </a:rPr>
              <a:t>Lorem ipsum dolor sit amet, consectetur adipiscing elit, sed do eiusmod tempor incididunt ut labore et dolore magna aliqua. Ut enim ad minim veniam, quis nostrud exercitation ullamco laboris nisi ut aliquip ex ea commodo consequat.</a:t>
            </a:r>
          </a:p>
          <a:p>
            <a:pPr algn="l" marL="0" indent="0" lvl="0">
              <a:lnSpc>
                <a:spcPts val="2520"/>
              </a:lnSpc>
              <a:spcBef>
                <a:spcPct val="0"/>
              </a:spcBef>
            </a:pPr>
            <a:r>
              <a:rPr lang="en-US" b="true" sz="1800" strike="noStrike" u="none">
                <a:solidFill>
                  <a:srgbClr val="185079"/>
                </a:solidFill>
                <a:latin typeface="Open Sauce Bold"/>
                <a:ea typeface="Open Sauce Bold"/>
                <a:cs typeface="Open Sauce Bold"/>
                <a:sym typeface="Open Sauce Bold"/>
              </a:rPr>
              <a:t>Duis aute irure dolor in reprehenderit in voluptate velit esse cillum dolore eu fugiat nulla pariatur. Excepteur sint occaecat cupidatat non proident, sunt in culpa qui officia deserunt mollit anim id est laborum.</a:t>
            </a:r>
          </a:p>
        </p:txBody>
      </p:sp>
      <p:grpSp>
        <p:nvGrpSpPr>
          <p:cNvPr name="Group 5" id="5"/>
          <p:cNvGrpSpPr/>
          <p:nvPr/>
        </p:nvGrpSpPr>
        <p:grpSpPr>
          <a:xfrm rot="0">
            <a:off x="10064205" y="2038820"/>
            <a:ext cx="1385652" cy="1385652"/>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95BFD1"/>
            </a:solidFill>
            <a:ln cap="rnd">
              <a:noFill/>
              <a:prstDash val="solid"/>
              <a:round/>
            </a:ln>
          </p:spPr>
        </p:sp>
        <p:sp>
          <p:nvSpPr>
            <p:cNvPr name="TextBox 7" id="7"/>
            <p:cNvSpPr txBox="true"/>
            <p:nvPr/>
          </p:nvSpPr>
          <p:spPr>
            <a:xfrm>
              <a:off x="76200" y="76200"/>
              <a:ext cx="660400" cy="660400"/>
            </a:xfrm>
            <a:prstGeom prst="rect">
              <a:avLst/>
            </a:prstGeom>
          </p:spPr>
          <p:txBody>
            <a:bodyPr anchor="ctr" rtlCol="false" tIns="50800" lIns="50800" bIns="50800" rIns="50800"/>
            <a:lstStyle/>
            <a:p>
              <a:pPr algn="ctr" marL="0" indent="0" lvl="0">
                <a:lnSpc>
                  <a:spcPts val="2879"/>
                </a:lnSpc>
                <a:spcBef>
                  <a:spcPct val="0"/>
                </a:spcBef>
              </a:pPr>
            </a:p>
          </p:txBody>
        </p:sp>
      </p:grpSp>
      <p:grpSp>
        <p:nvGrpSpPr>
          <p:cNvPr name="Group 8" id="8"/>
          <p:cNvGrpSpPr/>
          <p:nvPr/>
        </p:nvGrpSpPr>
        <p:grpSpPr>
          <a:xfrm rot="0">
            <a:off x="11660562" y="1605930"/>
            <a:ext cx="5293977" cy="2251432"/>
            <a:chOff x="0" y="0"/>
            <a:chExt cx="1803504" cy="766998"/>
          </a:xfrm>
        </p:grpSpPr>
        <p:sp>
          <p:nvSpPr>
            <p:cNvPr name="Freeform 9" id="9"/>
            <p:cNvSpPr/>
            <p:nvPr/>
          </p:nvSpPr>
          <p:spPr>
            <a:xfrm flipH="false" flipV="false" rot="0">
              <a:off x="0" y="0"/>
              <a:ext cx="1803504" cy="766998"/>
            </a:xfrm>
            <a:custGeom>
              <a:avLst/>
              <a:gdLst/>
              <a:ahLst/>
              <a:cxnLst/>
              <a:rect r="r" b="b" t="t" l="l"/>
              <a:pathLst>
                <a:path h="766998" w="1803504">
                  <a:moveTo>
                    <a:pt x="30710" y="0"/>
                  </a:moveTo>
                  <a:lnTo>
                    <a:pt x="1772794" y="0"/>
                  </a:lnTo>
                  <a:cubicBezTo>
                    <a:pt x="1789755" y="0"/>
                    <a:pt x="1803504" y="13750"/>
                    <a:pt x="1803504" y="30710"/>
                  </a:cubicBezTo>
                  <a:lnTo>
                    <a:pt x="1803504" y="736287"/>
                  </a:lnTo>
                  <a:cubicBezTo>
                    <a:pt x="1803504" y="744432"/>
                    <a:pt x="1800269" y="752243"/>
                    <a:pt x="1794509" y="758003"/>
                  </a:cubicBezTo>
                  <a:cubicBezTo>
                    <a:pt x="1788750" y="763762"/>
                    <a:pt x="1780939" y="766998"/>
                    <a:pt x="1772794" y="766998"/>
                  </a:cubicBezTo>
                  <a:lnTo>
                    <a:pt x="30710" y="766998"/>
                  </a:lnTo>
                  <a:cubicBezTo>
                    <a:pt x="13750" y="766998"/>
                    <a:pt x="0" y="753248"/>
                    <a:pt x="0" y="736287"/>
                  </a:cubicBezTo>
                  <a:lnTo>
                    <a:pt x="0" y="30710"/>
                  </a:lnTo>
                  <a:cubicBezTo>
                    <a:pt x="0" y="13750"/>
                    <a:pt x="13750" y="0"/>
                    <a:pt x="30710" y="0"/>
                  </a:cubicBezTo>
                  <a:close/>
                </a:path>
              </a:pathLst>
            </a:custGeom>
            <a:solidFill>
              <a:srgbClr val="95BFD1"/>
            </a:solidFill>
            <a:ln cap="rnd">
              <a:noFill/>
              <a:prstDash val="solid"/>
              <a:round/>
            </a:ln>
          </p:spPr>
        </p:sp>
        <p:sp>
          <p:nvSpPr>
            <p:cNvPr name="TextBox 10" id="10"/>
            <p:cNvSpPr txBox="true"/>
            <p:nvPr/>
          </p:nvSpPr>
          <p:spPr>
            <a:xfrm>
              <a:off x="0" y="0"/>
              <a:ext cx="1803504" cy="766998"/>
            </a:xfrm>
            <a:prstGeom prst="rect">
              <a:avLst/>
            </a:prstGeom>
          </p:spPr>
          <p:txBody>
            <a:bodyPr anchor="ctr" rtlCol="false" tIns="50800" lIns="50800" bIns="50800" rIns="50800"/>
            <a:lstStyle/>
            <a:p>
              <a:pPr algn="ctr" marL="0" indent="0" lvl="0">
                <a:lnSpc>
                  <a:spcPts val="2879"/>
                </a:lnSpc>
                <a:spcBef>
                  <a:spcPct val="0"/>
                </a:spcBef>
              </a:pPr>
            </a:p>
          </p:txBody>
        </p:sp>
      </p:grpSp>
      <p:sp>
        <p:nvSpPr>
          <p:cNvPr name="TextBox 11" id="11"/>
          <p:cNvSpPr txBox="true"/>
          <p:nvPr/>
        </p:nvSpPr>
        <p:spPr>
          <a:xfrm rot="0">
            <a:off x="12129556" y="2009660"/>
            <a:ext cx="4355991" cy="1307526"/>
          </a:xfrm>
          <a:prstGeom prst="rect">
            <a:avLst/>
          </a:prstGeom>
        </p:spPr>
        <p:txBody>
          <a:bodyPr anchor="t" rtlCol="false" tIns="0" lIns="0" bIns="0" rIns="0">
            <a:spAutoFit/>
          </a:bodyPr>
          <a:lstStyle/>
          <a:p>
            <a:pPr algn="l" marL="0" indent="0" lvl="0">
              <a:lnSpc>
                <a:spcPts val="2637"/>
              </a:lnSpc>
            </a:pPr>
            <a:r>
              <a:rPr lang="en-US" b="true" sz="1551" spc="-3" u="none">
                <a:solidFill>
                  <a:srgbClr val="FBF6F1"/>
                </a:solidFill>
                <a:latin typeface="Open Sauce Bold"/>
                <a:ea typeface="Open Sauce Bold"/>
                <a:cs typeface="Open Sauce Bold"/>
                <a:sym typeface="Open Sauce Bold"/>
              </a:rPr>
              <a:t>Lorem ipsum dolor sit amet, consectetur adipiscing elit, sed do eiusmod tempor incididunt ut labore et dolore magna aliqua. Ut enim ad minim veniam.</a:t>
            </a:r>
          </a:p>
        </p:txBody>
      </p:sp>
      <p:sp>
        <p:nvSpPr>
          <p:cNvPr name="TextBox 12" id="12"/>
          <p:cNvSpPr txBox="true"/>
          <p:nvPr/>
        </p:nvSpPr>
        <p:spPr>
          <a:xfrm rot="0">
            <a:off x="10103022" y="2297603"/>
            <a:ext cx="1308018" cy="886555"/>
          </a:xfrm>
          <a:prstGeom prst="rect">
            <a:avLst/>
          </a:prstGeom>
        </p:spPr>
        <p:txBody>
          <a:bodyPr anchor="t" rtlCol="false" tIns="0" lIns="0" bIns="0" rIns="0">
            <a:spAutoFit/>
          </a:bodyPr>
          <a:lstStyle/>
          <a:p>
            <a:pPr algn="ctr">
              <a:lnSpc>
                <a:spcPts val="6980"/>
              </a:lnSpc>
            </a:pPr>
            <a:r>
              <a:rPr lang="en-US" b="true" sz="5817">
                <a:solidFill>
                  <a:srgbClr val="FBF6F1"/>
                </a:solidFill>
                <a:latin typeface="Open Sauce Medium"/>
                <a:ea typeface="Open Sauce Medium"/>
                <a:cs typeface="Open Sauce Medium"/>
                <a:sym typeface="Open Sauce Medium"/>
              </a:rPr>
              <a:t>01</a:t>
            </a:r>
          </a:p>
        </p:txBody>
      </p:sp>
      <p:grpSp>
        <p:nvGrpSpPr>
          <p:cNvPr name="Group 13" id="13"/>
          <p:cNvGrpSpPr/>
          <p:nvPr/>
        </p:nvGrpSpPr>
        <p:grpSpPr>
          <a:xfrm rot="0">
            <a:off x="10064205" y="4449060"/>
            <a:ext cx="1385652" cy="1385652"/>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4E97BB">
                <a:alpha val="84706"/>
              </a:srgbClr>
            </a:solidFill>
            <a:ln cap="rnd">
              <a:noFill/>
              <a:prstDash val="solid"/>
              <a:round/>
            </a:ln>
          </p:spPr>
        </p:sp>
        <p:sp>
          <p:nvSpPr>
            <p:cNvPr name="TextBox 15" id="15"/>
            <p:cNvSpPr txBox="true"/>
            <p:nvPr/>
          </p:nvSpPr>
          <p:spPr>
            <a:xfrm>
              <a:off x="76200" y="76200"/>
              <a:ext cx="660400" cy="660400"/>
            </a:xfrm>
            <a:prstGeom prst="rect">
              <a:avLst/>
            </a:prstGeom>
          </p:spPr>
          <p:txBody>
            <a:bodyPr anchor="ctr" rtlCol="false" tIns="50800" lIns="50800" bIns="50800" rIns="50800"/>
            <a:lstStyle/>
            <a:p>
              <a:pPr algn="ctr" marL="0" indent="0" lvl="0">
                <a:lnSpc>
                  <a:spcPts val="2879"/>
                </a:lnSpc>
                <a:spcBef>
                  <a:spcPct val="0"/>
                </a:spcBef>
              </a:pPr>
            </a:p>
          </p:txBody>
        </p:sp>
      </p:grpSp>
      <p:grpSp>
        <p:nvGrpSpPr>
          <p:cNvPr name="Group 16" id="16"/>
          <p:cNvGrpSpPr/>
          <p:nvPr/>
        </p:nvGrpSpPr>
        <p:grpSpPr>
          <a:xfrm rot="0">
            <a:off x="11660562" y="4016170"/>
            <a:ext cx="5293977" cy="2251432"/>
            <a:chOff x="0" y="0"/>
            <a:chExt cx="1803504" cy="766998"/>
          </a:xfrm>
        </p:grpSpPr>
        <p:sp>
          <p:nvSpPr>
            <p:cNvPr name="Freeform 17" id="17"/>
            <p:cNvSpPr/>
            <p:nvPr/>
          </p:nvSpPr>
          <p:spPr>
            <a:xfrm flipH="false" flipV="false" rot="0">
              <a:off x="0" y="0"/>
              <a:ext cx="1803504" cy="766998"/>
            </a:xfrm>
            <a:custGeom>
              <a:avLst/>
              <a:gdLst/>
              <a:ahLst/>
              <a:cxnLst/>
              <a:rect r="r" b="b" t="t" l="l"/>
              <a:pathLst>
                <a:path h="766998" w="1803504">
                  <a:moveTo>
                    <a:pt x="30710" y="0"/>
                  </a:moveTo>
                  <a:lnTo>
                    <a:pt x="1772794" y="0"/>
                  </a:lnTo>
                  <a:cubicBezTo>
                    <a:pt x="1789755" y="0"/>
                    <a:pt x="1803504" y="13750"/>
                    <a:pt x="1803504" y="30710"/>
                  </a:cubicBezTo>
                  <a:lnTo>
                    <a:pt x="1803504" y="736287"/>
                  </a:lnTo>
                  <a:cubicBezTo>
                    <a:pt x="1803504" y="744432"/>
                    <a:pt x="1800269" y="752243"/>
                    <a:pt x="1794509" y="758003"/>
                  </a:cubicBezTo>
                  <a:cubicBezTo>
                    <a:pt x="1788750" y="763762"/>
                    <a:pt x="1780939" y="766998"/>
                    <a:pt x="1772794" y="766998"/>
                  </a:cubicBezTo>
                  <a:lnTo>
                    <a:pt x="30710" y="766998"/>
                  </a:lnTo>
                  <a:cubicBezTo>
                    <a:pt x="13750" y="766998"/>
                    <a:pt x="0" y="753248"/>
                    <a:pt x="0" y="736287"/>
                  </a:cubicBezTo>
                  <a:lnTo>
                    <a:pt x="0" y="30710"/>
                  </a:lnTo>
                  <a:cubicBezTo>
                    <a:pt x="0" y="13750"/>
                    <a:pt x="13750" y="0"/>
                    <a:pt x="30710" y="0"/>
                  </a:cubicBezTo>
                  <a:close/>
                </a:path>
              </a:pathLst>
            </a:custGeom>
            <a:solidFill>
              <a:srgbClr val="4E97BB">
                <a:alpha val="84706"/>
              </a:srgbClr>
            </a:solidFill>
            <a:ln cap="rnd">
              <a:noFill/>
              <a:prstDash val="solid"/>
              <a:round/>
            </a:ln>
          </p:spPr>
        </p:sp>
        <p:sp>
          <p:nvSpPr>
            <p:cNvPr name="TextBox 18" id="18"/>
            <p:cNvSpPr txBox="true"/>
            <p:nvPr/>
          </p:nvSpPr>
          <p:spPr>
            <a:xfrm>
              <a:off x="0" y="0"/>
              <a:ext cx="1803504" cy="766998"/>
            </a:xfrm>
            <a:prstGeom prst="rect">
              <a:avLst/>
            </a:prstGeom>
          </p:spPr>
          <p:txBody>
            <a:bodyPr anchor="ctr" rtlCol="false" tIns="50800" lIns="50800" bIns="50800" rIns="50800"/>
            <a:lstStyle/>
            <a:p>
              <a:pPr algn="ctr" marL="0" indent="0" lvl="0">
                <a:lnSpc>
                  <a:spcPts val="2879"/>
                </a:lnSpc>
                <a:spcBef>
                  <a:spcPct val="0"/>
                </a:spcBef>
              </a:pPr>
            </a:p>
          </p:txBody>
        </p:sp>
      </p:grpSp>
      <p:sp>
        <p:nvSpPr>
          <p:cNvPr name="TextBox 19" id="19"/>
          <p:cNvSpPr txBox="true"/>
          <p:nvPr/>
        </p:nvSpPr>
        <p:spPr>
          <a:xfrm rot="0">
            <a:off x="12129556" y="4451637"/>
            <a:ext cx="4355991" cy="1307526"/>
          </a:xfrm>
          <a:prstGeom prst="rect">
            <a:avLst/>
          </a:prstGeom>
        </p:spPr>
        <p:txBody>
          <a:bodyPr anchor="t" rtlCol="false" tIns="0" lIns="0" bIns="0" rIns="0">
            <a:spAutoFit/>
          </a:bodyPr>
          <a:lstStyle/>
          <a:p>
            <a:pPr algn="l" marL="0" indent="0" lvl="0">
              <a:lnSpc>
                <a:spcPts val="2637"/>
              </a:lnSpc>
            </a:pPr>
            <a:r>
              <a:rPr lang="en-US" b="true" sz="1551" spc="-3" u="none">
                <a:solidFill>
                  <a:srgbClr val="FBF6F1"/>
                </a:solidFill>
                <a:latin typeface="Open Sauce Bold"/>
                <a:ea typeface="Open Sauce Bold"/>
                <a:cs typeface="Open Sauce Bold"/>
                <a:sym typeface="Open Sauce Bold"/>
              </a:rPr>
              <a:t>Lorem ipsum dolor sit amet, consectetur adipiscing elit, sed do eiusmod tempor incididunt ut labore et dolore magna aliqua. Ut enim ad minim veniam.</a:t>
            </a:r>
          </a:p>
        </p:txBody>
      </p:sp>
      <p:sp>
        <p:nvSpPr>
          <p:cNvPr name="TextBox 20" id="20"/>
          <p:cNvSpPr txBox="true"/>
          <p:nvPr/>
        </p:nvSpPr>
        <p:spPr>
          <a:xfrm rot="0">
            <a:off x="10082675" y="4700223"/>
            <a:ext cx="1308018" cy="886555"/>
          </a:xfrm>
          <a:prstGeom prst="rect">
            <a:avLst/>
          </a:prstGeom>
        </p:spPr>
        <p:txBody>
          <a:bodyPr anchor="t" rtlCol="false" tIns="0" lIns="0" bIns="0" rIns="0">
            <a:spAutoFit/>
          </a:bodyPr>
          <a:lstStyle/>
          <a:p>
            <a:pPr algn="ctr">
              <a:lnSpc>
                <a:spcPts val="6980"/>
              </a:lnSpc>
            </a:pPr>
            <a:r>
              <a:rPr lang="en-US" b="true" sz="5817">
                <a:solidFill>
                  <a:srgbClr val="FBF6F1"/>
                </a:solidFill>
                <a:latin typeface="Open Sauce Medium"/>
                <a:ea typeface="Open Sauce Medium"/>
                <a:cs typeface="Open Sauce Medium"/>
                <a:sym typeface="Open Sauce Medium"/>
              </a:rPr>
              <a:t>02</a:t>
            </a:r>
          </a:p>
        </p:txBody>
      </p:sp>
      <p:grpSp>
        <p:nvGrpSpPr>
          <p:cNvPr name="Group 21" id="21"/>
          <p:cNvGrpSpPr/>
          <p:nvPr/>
        </p:nvGrpSpPr>
        <p:grpSpPr>
          <a:xfrm rot="0">
            <a:off x="10064205" y="6862528"/>
            <a:ext cx="1385652" cy="1385652"/>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3885AB"/>
            </a:solidFill>
            <a:ln cap="rnd">
              <a:noFill/>
              <a:prstDash val="solid"/>
              <a:round/>
            </a:ln>
          </p:spPr>
        </p:sp>
        <p:sp>
          <p:nvSpPr>
            <p:cNvPr name="TextBox 23" id="23"/>
            <p:cNvSpPr txBox="true"/>
            <p:nvPr/>
          </p:nvSpPr>
          <p:spPr>
            <a:xfrm>
              <a:off x="76200" y="76200"/>
              <a:ext cx="660400" cy="660400"/>
            </a:xfrm>
            <a:prstGeom prst="rect">
              <a:avLst/>
            </a:prstGeom>
          </p:spPr>
          <p:txBody>
            <a:bodyPr anchor="ctr" rtlCol="false" tIns="50800" lIns="50800" bIns="50800" rIns="50800"/>
            <a:lstStyle/>
            <a:p>
              <a:pPr algn="ctr" marL="0" indent="0" lvl="0">
                <a:lnSpc>
                  <a:spcPts val="2879"/>
                </a:lnSpc>
                <a:spcBef>
                  <a:spcPct val="0"/>
                </a:spcBef>
              </a:pPr>
            </a:p>
          </p:txBody>
        </p:sp>
      </p:grpSp>
      <p:grpSp>
        <p:nvGrpSpPr>
          <p:cNvPr name="Group 24" id="24"/>
          <p:cNvGrpSpPr/>
          <p:nvPr/>
        </p:nvGrpSpPr>
        <p:grpSpPr>
          <a:xfrm rot="0">
            <a:off x="11660562" y="6429638"/>
            <a:ext cx="5293977" cy="2251432"/>
            <a:chOff x="0" y="0"/>
            <a:chExt cx="1803504" cy="766998"/>
          </a:xfrm>
        </p:grpSpPr>
        <p:sp>
          <p:nvSpPr>
            <p:cNvPr name="Freeform 25" id="25"/>
            <p:cNvSpPr/>
            <p:nvPr/>
          </p:nvSpPr>
          <p:spPr>
            <a:xfrm flipH="false" flipV="false" rot="0">
              <a:off x="0" y="0"/>
              <a:ext cx="1803504" cy="766998"/>
            </a:xfrm>
            <a:custGeom>
              <a:avLst/>
              <a:gdLst/>
              <a:ahLst/>
              <a:cxnLst/>
              <a:rect r="r" b="b" t="t" l="l"/>
              <a:pathLst>
                <a:path h="766998" w="1803504">
                  <a:moveTo>
                    <a:pt x="30710" y="0"/>
                  </a:moveTo>
                  <a:lnTo>
                    <a:pt x="1772794" y="0"/>
                  </a:lnTo>
                  <a:cubicBezTo>
                    <a:pt x="1789755" y="0"/>
                    <a:pt x="1803504" y="13750"/>
                    <a:pt x="1803504" y="30710"/>
                  </a:cubicBezTo>
                  <a:lnTo>
                    <a:pt x="1803504" y="736287"/>
                  </a:lnTo>
                  <a:cubicBezTo>
                    <a:pt x="1803504" y="744432"/>
                    <a:pt x="1800269" y="752243"/>
                    <a:pt x="1794509" y="758003"/>
                  </a:cubicBezTo>
                  <a:cubicBezTo>
                    <a:pt x="1788750" y="763762"/>
                    <a:pt x="1780939" y="766998"/>
                    <a:pt x="1772794" y="766998"/>
                  </a:cubicBezTo>
                  <a:lnTo>
                    <a:pt x="30710" y="766998"/>
                  </a:lnTo>
                  <a:cubicBezTo>
                    <a:pt x="13750" y="766998"/>
                    <a:pt x="0" y="753248"/>
                    <a:pt x="0" y="736287"/>
                  </a:cubicBezTo>
                  <a:lnTo>
                    <a:pt x="0" y="30710"/>
                  </a:lnTo>
                  <a:cubicBezTo>
                    <a:pt x="0" y="13750"/>
                    <a:pt x="13750" y="0"/>
                    <a:pt x="30710" y="0"/>
                  </a:cubicBezTo>
                  <a:close/>
                </a:path>
              </a:pathLst>
            </a:custGeom>
            <a:solidFill>
              <a:srgbClr val="3885AB"/>
            </a:solidFill>
            <a:ln cap="rnd">
              <a:noFill/>
              <a:prstDash val="solid"/>
              <a:round/>
            </a:ln>
          </p:spPr>
        </p:sp>
        <p:sp>
          <p:nvSpPr>
            <p:cNvPr name="TextBox 26" id="26"/>
            <p:cNvSpPr txBox="true"/>
            <p:nvPr/>
          </p:nvSpPr>
          <p:spPr>
            <a:xfrm>
              <a:off x="0" y="0"/>
              <a:ext cx="1803504" cy="766998"/>
            </a:xfrm>
            <a:prstGeom prst="rect">
              <a:avLst/>
            </a:prstGeom>
          </p:spPr>
          <p:txBody>
            <a:bodyPr anchor="ctr" rtlCol="false" tIns="50800" lIns="50800" bIns="50800" rIns="50800"/>
            <a:lstStyle/>
            <a:p>
              <a:pPr algn="ctr" marL="0" indent="0" lvl="0">
                <a:lnSpc>
                  <a:spcPts val="2879"/>
                </a:lnSpc>
                <a:spcBef>
                  <a:spcPct val="0"/>
                </a:spcBef>
              </a:pPr>
            </a:p>
          </p:txBody>
        </p:sp>
      </p:grpSp>
      <p:sp>
        <p:nvSpPr>
          <p:cNvPr name="TextBox 27" id="27"/>
          <p:cNvSpPr txBox="true"/>
          <p:nvPr/>
        </p:nvSpPr>
        <p:spPr>
          <a:xfrm rot="0">
            <a:off x="12129556" y="6863491"/>
            <a:ext cx="4355991" cy="1307526"/>
          </a:xfrm>
          <a:prstGeom prst="rect">
            <a:avLst/>
          </a:prstGeom>
        </p:spPr>
        <p:txBody>
          <a:bodyPr anchor="t" rtlCol="false" tIns="0" lIns="0" bIns="0" rIns="0">
            <a:spAutoFit/>
          </a:bodyPr>
          <a:lstStyle/>
          <a:p>
            <a:pPr algn="l" marL="0" indent="0" lvl="0">
              <a:lnSpc>
                <a:spcPts val="2637"/>
              </a:lnSpc>
            </a:pPr>
            <a:r>
              <a:rPr lang="en-US" b="true" sz="1551" spc="-3" u="none">
                <a:solidFill>
                  <a:srgbClr val="FBF6F1"/>
                </a:solidFill>
                <a:latin typeface="Open Sauce Bold"/>
                <a:ea typeface="Open Sauce Bold"/>
                <a:cs typeface="Open Sauce Bold"/>
                <a:sym typeface="Open Sauce Bold"/>
              </a:rPr>
              <a:t>Lorem ipsum dolor sit amet, consectetur adipiscing elit, sed do eiusmod tempor incididunt ut labore et dolore magna aliqua. Ut enim ad minim veniam.</a:t>
            </a:r>
          </a:p>
        </p:txBody>
      </p:sp>
      <p:sp>
        <p:nvSpPr>
          <p:cNvPr name="TextBox 28" id="28"/>
          <p:cNvSpPr txBox="true"/>
          <p:nvPr/>
        </p:nvSpPr>
        <p:spPr>
          <a:xfrm rot="0">
            <a:off x="10103022" y="7121312"/>
            <a:ext cx="1308018" cy="886555"/>
          </a:xfrm>
          <a:prstGeom prst="rect">
            <a:avLst/>
          </a:prstGeom>
        </p:spPr>
        <p:txBody>
          <a:bodyPr anchor="t" rtlCol="false" tIns="0" lIns="0" bIns="0" rIns="0">
            <a:spAutoFit/>
          </a:bodyPr>
          <a:lstStyle/>
          <a:p>
            <a:pPr algn="ctr">
              <a:lnSpc>
                <a:spcPts val="6980"/>
              </a:lnSpc>
            </a:pPr>
            <a:r>
              <a:rPr lang="en-US" b="true" sz="5817">
                <a:solidFill>
                  <a:srgbClr val="FBF6F1"/>
                </a:solidFill>
                <a:latin typeface="Open Sauce Medium"/>
                <a:ea typeface="Open Sauce Medium"/>
                <a:cs typeface="Open Sauce Medium"/>
                <a:sym typeface="Open Sauce Medium"/>
              </a:rPr>
              <a:t>03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7181" t="-19076" r="-3000" b="-11427"/>
            </a:stretch>
          </a:blipFill>
        </p:spPr>
      </p:sp>
      <p:grpSp>
        <p:nvGrpSpPr>
          <p:cNvPr name="Group 3" id="3"/>
          <p:cNvGrpSpPr/>
          <p:nvPr/>
        </p:nvGrpSpPr>
        <p:grpSpPr>
          <a:xfrm rot="0">
            <a:off x="775837" y="757775"/>
            <a:ext cx="16736327" cy="8771450"/>
            <a:chOff x="0" y="0"/>
            <a:chExt cx="4407921" cy="2310176"/>
          </a:xfrm>
        </p:grpSpPr>
        <p:sp>
          <p:nvSpPr>
            <p:cNvPr name="Freeform 4" id="4"/>
            <p:cNvSpPr/>
            <p:nvPr/>
          </p:nvSpPr>
          <p:spPr>
            <a:xfrm flipH="false" flipV="false" rot="0">
              <a:off x="0" y="0"/>
              <a:ext cx="4407921" cy="2310176"/>
            </a:xfrm>
            <a:custGeom>
              <a:avLst/>
              <a:gdLst/>
              <a:ahLst/>
              <a:cxnLst/>
              <a:rect r="r" b="b" t="t" l="l"/>
              <a:pathLst>
                <a:path h="2310176" w="4407921">
                  <a:moveTo>
                    <a:pt x="16190" y="0"/>
                  </a:moveTo>
                  <a:lnTo>
                    <a:pt x="4391731" y="0"/>
                  </a:lnTo>
                  <a:cubicBezTo>
                    <a:pt x="4400672" y="0"/>
                    <a:pt x="4407921" y="7249"/>
                    <a:pt x="4407921" y="16190"/>
                  </a:cubicBezTo>
                  <a:lnTo>
                    <a:pt x="4407921" y="2293986"/>
                  </a:lnTo>
                  <a:cubicBezTo>
                    <a:pt x="4407921" y="2302927"/>
                    <a:pt x="4400672" y="2310176"/>
                    <a:pt x="4391731" y="2310176"/>
                  </a:cubicBezTo>
                  <a:lnTo>
                    <a:pt x="16190" y="2310176"/>
                  </a:lnTo>
                  <a:cubicBezTo>
                    <a:pt x="7249" y="2310176"/>
                    <a:pt x="0" y="2302927"/>
                    <a:pt x="0" y="2293986"/>
                  </a:cubicBezTo>
                  <a:lnTo>
                    <a:pt x="0" y="16190"/>
                  </a:lnTo>
                  <a:cubicBezTo>
                    <a:pt x="0" y="7249"/>
                    <a:pt x="7249" y="0"/>
                    <a:pt x="16190" y="0"/>
                  </a:cubicBezTo>
                  <a:close/>
                </a:path>
              </a:pathLst>
            </a:custGeom>
            <a:solidFill>
              <a:srgbClr val="BBD6E1"/>
            </a:solidFill>
          </p:spPr>
        </p:sp>
        <p:sp>
          <p:nvSpPr>
            <p:cNvPr name="TextBox 5" id="5"/>
            <p:cNvSpPr txBox="true"/>
            <p:nvPr/>
          </p:nvSpPr>
          <p:spPr>
            <a:xfrm>
              <a:off x="0" y="-38100"/>
              <a:ext cx="4407921" cy="2348276"/>
            </a:xfrm>
            <a:prstGeom prst="rect">
              <a:avLst/>
            </a:prstGeom>
          </p:spPr>
          <p:txBody>
            <a:bodyPr anchor="ctr" rtlCol="false" tIns="50800" lIns="50800" bIns="50800" rIns="50800"/>
            <a:lstStyle/>
            <a:p>
              <a:pPr algn="ctr">
                <a:lnSpc>
                  <a:spcPts val="2659"/>
                </a:lnSpc>
                <a:spcBef>
                  <a:spcPct val="0"/>
                </a:spcBef>
              </a:pPr>
            </a:p>
          </p:txBody>
        </p:sp>
      </p:grpSp>
      <p:sp>
        <p:nvSpPr>
          <p:cNvPr name="AutoShape 6" id="6"/>
          <p:cNvSpPr/>
          <p:nvPr/>
        </p:nvSpPr>
        <p:spPr>
          <a:xfrm flipH="true" flipV="true">
            <a:off x="10886510" y="757775"/>
            <a:ext cx="0" cy="8771450"/>
          </a:xfrm>
          <a:prstGeom prst="line">
            <a:avLst/>
          </a:prstGeom>
          <a:ln cap="flat" w="38100">
            <a:solidFill>
              <a:srgbClr val="185079"/>
            </a:solidFill>
            <a:prstDash val="solid"/>
            <a:headEnd type="none" len="sm" w="sm"/>
            <a:tailEnd type="none" len="sm" w="sm"/>
          </a:ln>
        </p:spPr>
      </p:sp>
      <p:grpSp>
        <p:nvGrpSpPr>
          <p:cNvPr name="Group 7" id="7"/>
          <p:cNvGrpSpPr/>
          <p:nvPr/>
        </p:nvGrpSpPr>
        <p:grpSpPr>
          <a:xfrm rot="0">
            <a:off x="10795312" y="1980339"/>
            <a:ext cx="182395" cy="182395"/>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5079"/>
            </a:solidFill>
          </p:spPr>
        </p:sp>
        <p:sp>
          <p:nvSpPr>
            <p:cNvPr name="TextBox 9" id="9"/>
            <p:cNvSpPr txBox="true"/>
            <p:nvPr/>
          </p:nvSpPr>
          <p:spPr>
            <a:xfrm>
              <a:off x="76200" y="47625"/>
              <a:ext cx="660400" cy="688975"/>
            </a:xfrm>
            <a:prstGeom prst="rect">
              <a:avLst/>
            </a:prstGeom>
          </p:spPr>
          <p:txBody>
            <a:bodyPr anchor="ctr" rtlCol="false" tIns="50800" lIns="50800" bIns="50800" rIns="50800"/>
            <a:lstStyle/>
            <a:p>
              <a:pPr algn="ctr">
                <a:lnSpc>
                  <a:spcPts val="1960"/>
                </a:lnSpc>
              </a:pPr>
            </a:p>
          </p:txBody>
        </p:sp>
      </p:grpSp>
      <p:sp>
        <p:nvSpPr>
          <p:cNvPr name="TextBox 10" id="10"/>
          <p:cNvSpPr txBox="true"/>
          <p:nvPr/>
        </p:nvSpPr>
        <p:spPr>
          <a:xfrm rot="0">
            <a:off x="11500631" y="1716034"/>
            <a:ext cx="4742733" cy="720531"/>
          </a:xfrm>
          <a:prstGeom prst="rect">
            <a:avLst/>
          </a:prstGeom>
        </p:spPr>
        <p:txBody>
          <a:bodyPr anchor="t" rtlCol="false" tIns="0" lIns="0" bIns="0" rIns="0">
            <a:spAutoFit/>
          </a:bodyPr>
          <a:lstStyle/>
          <a:p>
            <a:pPr algn="l">
              <a:lnSpc>
                <a:spcPts val="5767"/>
              </a:lnSpc>
            </a:pPr>
            <a:r>
              <a:rPr lang="en-US" b="true" sz="4846" spc="130">
                <a:solidFill>
                  <a:srgbClr val="185079"/>
                </a:solidFill>
                <a:latin typeface="Open Sauce Bold"/>
                <a:ea typeface="Open Sauce Bold"/>
                <a:cs typeface="Open Sauce Bold"/>
                <a:sym typeface="Open Sauce Bold"/>
              </a:rPr>
              <a:t>01</a:t>
            </a:r>
          </a:p>
        </p:txBody>
      </p:sp>
      <p:sp>
        <p:nvSpPr>
          <p:cNvPr name="TextBox 11" id="11"/>
          <p:cNvSpPr txBox="true"/>
          <p:nvPr/>
        </p:nvSpPr>
        <p:spPr>
          <a:xfrm rot="0">
            <a:off x="11500631" y="2509407"/>
            <a:ext cx="5047383" cy="1176435"/>
          </a:xfrm>
          <a:prstGeom prst="rect">
            <a:avLst/>
          </a:prstGeom>
        </p:spPr>
        <p:txBody>
          <a:bodyPr anchor="t" rtlCol="false" tIns="0" lIns="0" bIns="0" rIns="0">
            <a:spAutoFit/>
          </a:bodyPr>
          <a:lstStyle/>
          <a:p>
            <a:pPr algn="l" marL="0" indent="0" lvl="0">
              <a:lnSpc>
                <a:spcPts val="2357"/>
              </a:lnSpc>
            </a:pPr>
            <a:r>
              <a:rPr lang="en-US" b="true" sz="1683" spc="101" u="none">
                <a:solidFill>
                  <a:srgbClr val="185079"/>
                </a:solidFill>
                <a:latin typeface="Open Sauce Medium"/>
                <a:ea typeface="Open Sauce Medium"/>
                <a:cs typeface="Open Sauce Medium"/>
                <a:sym typeface="Open Sauce Medium"/>
              </a:rPr>
              <a:t>Lorem ipsum dolor sit amet, consectetur adipiscing elit, sed do eiusmod tempor incididunt ut labore et dolore magna aliqua. Ut enim ad minim veniam.</a:t>
            </a:r>
          </a:p>
        </p:txBody>
      </p:sp>
      <p:sp>
        <p:nvSpPr>
          <p:cNvPr name="TextBox 12" id="12"/>
          <p:cNvSpPr txBox="true"/>
          <p:nvPr/>
        </p:nvSpPr>
        <p:spPr>
          <a:xfrm rot="0">
            <a:off x="11500631" y="4169060"/>
            <a:ext cx="4742733" cy="720531"/>
          </a:xfrm>
          <a:prstGeom prst="rect">
            <a:avLst/>
          </a:prstGeom>
        </p:spPr>
        <p:txBody>
          <a:bodyPr anchor="t" rtlCol="false" tIns="0" lIns="0" bIns="0" rIns="0">
            <a:spAutoFit/>
          </a:bodyPr>
          <a:lstStyle/>
          <a:p>
            <a:pPr algn="l">
              <a:lnSpc>
                <a:spcPts val="5767"/>
              </a:lnSpc>
            </a:pPr>
            <a:r>
              <a:rPr lang="en-US" b="true" sz="4846" spc="130">
                <a:solidFill>
                  <a:srgbClr val="185079"/>
                </a:solidFill>
                <a:latin typeface="Open Sauce Bold"/>
                <a:ea typeface="Open Sauce Bold"/>
                <a:cs typeface="Open Sauce Bold"/>
                <a:sym typeface="Open Sauce Bold"/>
              </a:rPr>
              <a:t>02</a:t>
            </a:r>
          </a:p>
        </p:txBody>
      </p:sp>
      <p:sp>
        <p:nvSpPr>
          <p:cNvPr name="TextBox 13" id="13"/>
          <p:cNvSpPr txBox="true"/>
          <p:nvPr/>
        </p:nvSpPr>
        <p:spPr>
          <a:xfrm rot="0">
            <a:off x="11500631" y="4962434"/>
            <a:ext cx="5047383" cy="1176435"/>
          </a:xfrm>
          <a:prstGeom prst="rect">
            <a:avLst/>
          </a:prstGeom>
        </p:spPr>
        <p:txBody>
          <a:bodyPr anchor="t" rtlCol="false" tIns="0" lIns="0" bIns="0" rIns="0">
            <a:spAutoFit/>
          </a:bodyPr>
          <a:lstStyle/>
          <a:p>
            <a:pPr algn="l" marL="0" indent="0" lvl="0">
              <a:lnSpc>
                <a:spcPts val="2357"/>
              </a:lnSpc>
            </a:pPr>
            <a:r>
              <a:rPr lang="en-US" b="true" sz="1683" spc="101" u="none">
                <a:solidFill>
                  <a:srgbClr val="185079"/>
                </a:solidFill>
                <a:latin typeface="Open Sauce Medium"/>
                <a:ea typeface="Open Sauce Medium"/>
                <a:cs typeface="Open Sauce Medium"/>
                <a:sym typeface="Open Sauce Medium"/>
              </a:rPr>
              <a:t>Lorem ipsum dolor sit amet, consectetur adipiscing elit, sed do eiusmod tempor incididunt ut labore et dolore magna aliqua. Ut enim ad minim veniam.</a:t>
            </a:r>
          </a:p>
        </p:txBody>
      </p:sp>
      <p:sp>
        <p:nvSpPr>
          <p:cNvPr name="TextBox 14" id="14"/>
          <p:cNvSpPr txBox="true"/>
          <p:nvPr/>
        </p:nvSpPr>
        <p:spPr>
          <a:xfrm rot="0">
            <a:off x="11500631" y="6625637"/>
            <a:ext cx="4742733" cy="720531"/>
          </a:xfrm>
          <a:prstGeom prst="rect">
            <a:avLst/>
          </a:prstGeom>
        </p:spPr>
        <p:txBody>
          <a:bodyPr anchor="t" rtlCol="false" tIns="0" lIns="0" bIns="0" rIns="0">
            <a:spAutoFit/>
          </a:bodyPr>
          <a:lstStyle/>
          <a:p>
            <a:pPr algn="l">
              <a:lnSpc>
                <a:spcPts val="5767"/>
              </a:lnSpc>
            </a:pPr>
            <a:r>
              <a:rPr lang="en-US" b="true" sz="4846" spc="130">
                <a:solidFill>
                  <a:srgbClr val="185079"/>
                </a:solidFill>
                <a:latin typeface="Open Sauce Bold"/>
                <a:ea typeface="Open Sauce Bold"/>
                <a:cs typeface="Open Sauce Bold"/>
                <a:sym typeface="Open Sauce Bold"/>
              </a:rPr>
              <a:t>03</a:t>
            </a:r>
          </a:p>
        </p:txBody>
      </p:sp>
      <p:sp>
        <p:nvSpPr>
          <p:cNvPr name="TextBox 15" id="15"/>
          <p:cNvSpPr txBox="true"/>
          <p:nvPr/>
        </p:nvSpPr>
        <p:spPr>
          <a:xfrm rot="0">
            <a:off x="11500631" y="7419010"/>
            <a:ext cx="5047383" cy="1176435"/>
          </a:xfrm>
          <a:prstGeom prst="rect">
            <a:avLst/>
          </a:prstGeom>
        </p:spPr>
        <p:txBody>
          <a:bodyPr anchor="t" rtlCol="false" tIns="0" lIns="0" bIns="0" rIns="0">
            <a:spAutoFit/>
          </a:bodyPr>
          <a:lstStyle/>
          <a:p>
            <a:pPr algn="l" marL="0" indent="0" lvl="0">
              <a:lnSpc>
                <a:spcPts val="2357"/>
              </a:lnSpc>
            </a:pPr>
            <a:r>
              <a:rPr lang="en-US" b="true" sz="1683" spc="101" u="none">
                <a:solidFill>
                  <a:srgbClr val="185079"/>
                </a:solidFill>
                <a:latin typeface="Open Sauce Medium"/>
                <a:ea typeface="Open Sauce Medium"/>
                <a:cs typeface="Open Sauce Medium"/>
                <a:sym typeface="Open Sauce Medium"/>
              </a:rPr>
              <a:t>Lorem ipsum dolor sit amet, consectetur adipiscing elit, sed do eiusmod tempor incididunt ut labore et dolore magna aliqua. Ut enim ad minim veniam.</a:t>
            </a:r>
          </a:p>
        </p:txBody>
      </p:sp>
      <p:grpSp>
        <p:nvGrpSpPr>
          <p:cNvPr name="Group 16" id="16"/>
          <p:cNvGrpSpPr/>
          <p:nvPr/>
        </p:nvGrpSpPr>
        <p:grpSpPr>
          <a:xfrm rot="0">
            <a:off x="10795312" y="4433365"/>
            <a:ext cx="182395" cy="182395"/>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5079"/>
            </a:solidFill>
          </p:spPr>
        </p:sp>
        <p:sp>
          <p:nvSpPr>
            <p:cNvPr name="TextBox 18" id="18"/>
            <p:cNvSpPr txBox="true"/>
            <p:nvPr/>
          </p:nvSpPr>
          <p:spPr>
            <a:xfrm>
              <a:off x="76200" y="47625"/>
              <a:ext cx="660400" cy="688975"/>
            </a:xfrm>
            <a:prstGeom prst="rect">
              <a:avLst/>
            </a:prstGeom>
          </p:spPr>
          <p:txBody>
            <a:bodyPr anchor="ctr" rtlCol="false" tIns="50800" lIns="50800" bIns="50800" rIns="50800"/>
            <a:lstStyle/>
            <a:p>
              <a:pPr algn="ctr">
                <a:lnSpc>
                  <a:spcPts val="1960"/>
                </a:lnSpc>
              </a:pPr>
            </a:p>
          </p:txBody>
        </p:sp>
      </p:grpSp>
      <p:grpSp>
        <p:nvGrpSpPr>
          <p:cNvPr name="Group 19" id="19"/>
          <p:cNvGrpSpPr/>
          <p:nvPr/>
        </p:nvGrpSpPr>
        <p:grpSpPr>
          <a:xfrm rot="0">
            <a:off x="10795312" y="6889942"/>
            <a:ext cx="182395" cy="182395"/>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5079"/>
            </a:solidFill>
          </p:spPr>
        </p:sp>
        <p:sp>
          <p:nvSpPr>
            <p:cNvPr name="TextBox 21" id="21"/>
            <p:cNvSpPr txBox="true"/>
            <p:nvPr/>
          </p:nvSpPr>
          <p:spPr>
            <a:xfrm>
              <a:off x="76200" y="47625"/>
              <a:ext cx="660400" cy="688975"/>
            </a:xfrm>
            <a:prstGeom prst="rect">
              <a:avLst/>
            </a:prstGeom>
          </p:spPr>
          <p:txBody>
            <a:bodyPr anchor="ctr" rtlCol="false" tIns="50800" lIns="50800" bIns="50800" rIns="50800"/>
            <a:lstStyle/>
            <a:p>
              <a:pPr algn="ctr">
                <a:lnSpc>
                  <a:spcPts val="1960"/>
                </a:lnSpc>
              </a:pPr>
            </a:p>
          </p:txBody>
        </p:sp>
      </p:grpSp>
      <p:sp>
        <p:nvSpPr>
          <p:cNvPr name="TextBox 22" id="22"/>
          <p:cNvSpPr txBox="true"/>
          <p:nvPr/>
        </p:nvSpPr>
        <p:spPr>
          <a:xfrm rot="0">
            <a:off x="2076264" y="2725480"/>
            <a:ext cx="6737800" cy="2193497"/>
          </a:xfrm>
          <a:prstGeom prst="rect">
            <a:avLst/>
          </a:prstGeom>
        </p:spPr>
        <p:txBody>
          <a:bodyPr anchor="t" rtlCol="false" tIns="0" lIns="0" bIns="0" rIns="0">
            <a:spAutoFit/>
          </a:bodyPr>
          <a:lstStyle/>
          <a:p>
            <a:pPr algn="l" marL="0" indent="0" lvl="0">
              <a:lnSpc>
                <a:spcPts val="8550"/>
              </a:lnSpc>
              <a:spcBef>
                <a:spcPct val="0"/>
              </a:spcBef>
            </a:pPr>
            <a:r>
              <a:rPr lang="en-US" b="true" sz="7917" spc="-467">
                <a:solidFill>
                  <a:srgbClr val="185079"/>
                </a:solidFill>
                <a:latin typeface="Open Sauce Semi-Bold"/>
                <a:ea typeface="Open Sauce Semi-Bold"/>
                <a:cs typeface="Open Sauce Semi-Bold"/>
                <a:sym typeface="Open Sauce Semi-Bold"/>
              </a:rPr>
              <a:t>OU</a:t>
            </a:r>
            <a:r>
              <a:rPr lang="en-US" b="true" sz="7917" spc="-467" strike="noStrike" u="none">
                <a:solidFill>
                  <a:srgbClr val="185079"/>
                </a:solidFill>
                <a:latin typeface="Open Sauce Semi-Bold"/>
                <a:ea typeface="Open Sauce Semi-Bold"/>
                <a:cs typeface="Open Sauce Semi-Bold"/>
                <a:sym typeface="Open Sauce Semi-Bold"/>
              </a:rPr>
              <a:t>R SOLUT</a:t>
            </a:r>
            <a:r>
              <a:rPr lang="en-US" b="true" sz="7917" spc="-467" strike="noStrike" u="none">
                <a:solidFill>
                  <a:srgbClr val="185079"/>
                </a:solidFill>
                <a:latin typeface="Open Sauce Semi-Bold"/>
                <a:ea typeface="Open Sauce Semi-Bold"/>
                <a:cs typeface="Open Sauce Semi-Bold"/>
                <a:sym typeface="Open Sauce Semi-Bold"/>
              </a:rPr>
              <a:t>IO</a:t>
            </a:r>
            <a:r>
              <a:rPr lang="en-US" b="true" sz="7917" spc="-467" strike="noStrike" u="none">
                <a:solidFill>
                  <a:srgbClr val="185079"/>
                </a:solidFill>
                <a:latin typeface="Open Sauce Semi-Bold"/>
                <a:ea typeface="Open Sauce Semi-Bold"/>
                <a:cs typeface="Open Sauce Semi-Bold"/>
                <a:sym typeface="Open Sauce Semi-Bold"/>
              </a:rPr>
              <a:t>N</a:t>
            </a:r>
          </a:p>
        </p:txBody>
      </p:sp>
      <p:sp>
        <p:nvSpPr>
          <p:cNvPr name="TextBox 23" id="23"/>
          <p:cNvSpPr txBox="true"/>
          <p:nvPr/>
        </p:nvSpPr>
        <p:spPr>
          <a:xfrm rot="0">
            <a:off x="2076264" y="5149790"/>
            <a:ext cx="7067736" cy="2506980"/>
          </a:xfrm>
          <a:prstGeom prst="rect">
            <a:avLst/>
          </a:prstGeom>
        </p:spPr>
        <p:txBody>
          <a:bodyPr anchor="t" rtlCol="false" tIns="0" lIns="0" bIns="0" rIns="0">
            <a:spAutoFit/>
          </a:bodyPr>
          <a:lstStyle/>
          <a:p>
            <a:pPr algn="l" marL="0" indent="0" lvl="0">
              <a:lnSpc>
                <a:spcPts val="2520"/>
              </a:lnSpc>
              <a:spcBef>
                <a:spcPct val="0"/>
              </a:spcBef>
            </a:pPr>
            <a:r>
              <a:rPr lang="en-US" b="true" sz="1800" strike="noStrike" u="none">
                <a:solidFill>
                  <a:srgbClr val="185079"/>
                </a:solidFill>
                <a:latin typeface="Open Sauce Bold"/>
                <a:ea typeface="Open Sauce Bold"/>
                <a:cs typeface="Open Sauce Bold"/>
                <a:sym typeface="Open Sauce Bold"/>
              </a:rPr>
              <a:t>Lorem ipsum dolor sit amet, consectetur adipiscing elit, sed do eiusmod tempor incididunt ut labore et dolore magna aliqua. Ut enim ad minim veniam, quis nostrud exercitation ullamco laboris nisi ut aliquip ex ea commodo consequat.</a:t>
            </a:r>
          </a:p>
          <a:p>
            <a:pPr algn="l" marL="0" indent="0" lvl="0">
              <a:lnSpc>
                <a:spcPts val="2520"/>
              </a:lnSpc>
              <a:spcBef>
                <a:spcPct val="0"/>
              </a:spcBef>
            </a:pPr>
            <a:r>
              <a:rPr lang="en-US" b="true" sz="1800" strike="noStrike" u="none">
                <a:solidFill>
                  <a:srgbClr val="185079"/>
                </a:solidFill>
                <a:latin typeface="Open Sauce Bold"/>
                <a:ea typeface="Open Sauce Bold"/>
                <a:cs typeface="Open Sauce Bold"/>
                <a:sym typeface="Open Sauce Bold"/>
              </a:rPr>
              <a:t>Duis aute irure dolor in reprehenderit in voluptate velit esse cillum dolore eu fugiat nulla pariatur. Excepteur sint occaecat cupidatat non proident, sunt in culpa qui officia deserunt mollit anim id est laborum.</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7181" t="-19076" r="-3000" b="-11427"/>
            </a:stretch>
          </a:blipFill>
        </p:spPr>
      </p:sp>
      <p:sp>
        <p:nvSpPr>
          <p:cNvPr name="AutoShape 3" id="3"/>
          <p:cNvSpPr/>
          <p:nvPr/>
        </p:nvSpPr>
        <p:spPr>
          <a:xfrm>
            <a:off x="-886757" y="4390981"/>
            <a:ext cx="20061513" cy="0"/>
          </a:xfrm>
          <a:prstGeom prst="line">
            <a:avLst/>
          </a:prstGeom>
          <a:ln cap="flat" w="28575">
            <a:solidFill>
              <a:srgbClr val="185079"/>
            </a:solidFill>
            <a:prstDash val="solid"/>
            <a:headEnd type="none" len="sm" w="sm"/>
            <a:tailEnd type="none" len="sm" w="sm"/>
          </a:ln>
        </p:spPr>
      </p:sp>
      <p:grpSp>
        <p:nvGrpSpPr>
          <p:cNvPr name="Group 4" id="4"/>
          <p:cNvGrpSpPr/>
          <p:nvPr/>
        </p:nvGrpSpPr>
        <p:grpSpPr>
          <a:xfrm rot="0">
            <a:off x="2001429" y="4211205"/>
            <a:ext cx="359553" cy="359553"/>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lnTo>
                    <a:pt x="523042" y="124802"/>
                  </a:lnTo>
                  <a:lnTo>
                    <a:pt x="693768" y="119032"/>
                  </a:lnTo>
                  <a:lnTo>
                    <a:pt x="687998" y="289758"/>
                  </a:lnTo>
                  <a:lnTo>
                    <a:pt x="812800" y="406400"/>
                  </a:lnTo>
                  <a:lnTo>
                    <a:pt x="687998" y="523042"/>
                  </a:lnTo>
                  <a:lnTo>
                    <a:pt x="693768" y="693768"/>
                  </a:lnTo>
                  <a:lnTo>
                    <a:pt x="523042" y="687998"/>
                  </a:lnTo>
                  <a:lnTo>
                    <a:pt x="406400" y="812800"/>
                  </a:lnTo>
                  <a:lnTo>
                    <a:pt x="289758" y="687998"/>
                  </a:lnTo>
                  <a:lnTo>
                    <a:pt x="119032" y="693768"/>
                  </a:lnTo>
                  <a:lnTo>
                    <a:pt x="124802" y="523042"/>
                  </a:lnTo>
                  <a:lnTo>
                    <a:pt x="0" y="406400"/>
                  </a:lnTo>
                  <a:lnTo>
                    <a:pt x="124802" y="289758"/>
                  </a:lnTo>
                  <a:lnTo>
                    <a:pt x="119032" y="119032"/>
                  </a:lnTo>
                  <a:lnTo>
                    <a:pt x="289758" y="124802"/>
                  </a:lnTo>
                  <a:lnTo>
                    <a:pt x="406400" y="0"/>
                  </a:lnTo>
                  <a:close/>
                </a:path>
              </a:pathLst>
            </a:custGeom>
            <a:solidFill>
              <a:srgbClr val="185079"/>
            </a:solidFill>
          </p:spPr>
        </p:sp>
        <p:sp>
          <p:nvSpPr>
            <p:cNvPr name="TextBox 6" id="6"/>
            <p:cNvSpPr txBox="true"/>
            <p:nvPr/>
          </p:nvSpPr>
          <p:spPr>
            <a:xfrm>
              <a:off x="127000" y="174625"/>
              <a:ext cx="558800" cy="511175"/>
            </a:xfrm>
            <a:prstGeom prst="rect">
              <a:avLst/>
            </a:prstGeom>
          </p:spPr>
          <p:txBody>
            <a:bodyPr anchor="ctr" rtlCol="false" tIns="50800" lIns="50800" bIns="50800" rIns="50800"/>
            <a:lstStyle/>
            <a:p>
              <a:pPr algn="ctr">
                <a:lnSpc>
                  <a:spcPts val="2266"/>
                </a:lnSpc>
              </a:pPr>
            </a:p>
          </p:txBody>
        </p:sp>
      </p:grpSp>
      <p:sp>
        <p:nvSpPr>
          <p:cNvPr name="TextBox 7" id="7"/>
          <p:cNvSpPr txBox="true"/>
          <p:nvPr/>
        </p:nvSpPr>
        <p:spPr>
          <a:xfrm rot="0">
            <a:off x="2001429" y="4932080"/>
            <a:ext cx="2197323" cy="679451"/>
          </a:xfrm>
          <a:prstGeom prst="rect">
            <a:avLst/>
          </a:prstGeom>
        </p:spPr>
        <p:txBody>
          <a:bodyPr anchor="t" rtlCol="false" tIns="0" lIns="0" bIns="0" rIns="0">
            <a:spAutoFit/>
          </a:bodyPr>
          <a:lstStyle/>
          <a:p>
            <a:pPr algn="l">
              <a:lnSpc>
                <a:spcPts val="5150"/>
              </a:lnSpc>
            </a:pPr>
            <a:r>
              <a:rPr lang="en-US" b="true" sz="5000">
                <a:solidFill>
                  <a:srgbClr val="185079"/>
                </a:solidFill>
                <a:latin typeface="Open Sauce Bold"/>
                <a:ea typeface="Open Sauce Bold"/>
                <a:cs typeface="Open Sauce Bold"/>
                <a:sym typeface="Open Sauce Bold"/>
              </a:rPr>
              <a:t>01.</a:t>
            </a:r>
          </a:p>
        </p:txBody>
      </p:sp>
      <p:sp>
        <p:nvSpPr>
          <p:cNvPr name="TextBox 8" id="8"/>
          <p:cNvSpPr txBox="true"/>
          <p:nvPr/>
        </p:nvSpPr>
        <p:spPr>
          <a:xfrm rot="0">
            <a:off x="5818080" y="4932080"/>
            <a:ext cx="2197323" cy="679451"/>
          </a:xfrm>
          <a:prstGeom prst="rect">
            <a:avLst/>
          </a:prstGeom>
        </p:spPr>
        <p:txBody>
          <a:bodyPr anchor="t" rtlCol="false" tIns="0" lIns="0" bIns="0" rIns="0">
            <a:spAutoFit/>
          </a:bodyPr>
          <a:lstStyle/>
          <a:p>
            <a:pPr algn="l">
              <a:lnSpc>
                <a:spcPts val="5150"/>
              </a:lnSpc>
            </a:pPr>
            <a:r>
              <a:rPr lang="en-US" b="true" sz="5000">
                <a:solidFill>
                  <a:srgbClr val="185079"/>
                </a:solidFill>
                <a:latin typeface="Open Sauce Bold"/>
                <a:ea typeface="Open Sauce Bold"/>
                <a:cs typeface="Open Sauce Bold"/>
                <a:sym typeface="Open Sauce Bold"/>
              </a:rPr>
              <a:t>02.</a:t>
            </a:r>
          </a:p>
        </p:txBody>
      </p:sp>
      <p:sp>
        <p:nvSpPr>
          <p:cNvPr name="TextBox 9" id="9"/>
          <p:cNvSpPr txBox="true"/>
          <p:nvPr/>
        </p:nvSpPr>
        <p:spPr>
          <a:xfrm rot="0">
            <a:off x="9630431" y="4932080"/>
            <a:ext cx="2197323" cy="679451"/>
          </a:xfrm>
          <a:prstGeom prst="rect">
            <a:avLst/>
          </a:prstGeom>
        </p:spPr>
        <p:txBody>
          <a:bodyPr anchor="t" rtlCol="false" tIns="0" lIns="0" bIns="0" rIns="0">
            <a:spAutoFit/>
          </a:bodyPr>
          <a:lstStyle/>
          <a:p>
            <a:pPr algn="l">
              <a:lnSpc>
                <a:spcPts val="5150"/>
              </a:lnSpc>
            </a:pPr>
            <a:r>
              <a:rPr lang="en-US" b="true" sz="5000">
                <a:solidFill>
                  <a:srgbClr val="185079"/>
                </a:solidFill>
                <a:latin typeface="Open Sauce Bold"/>
                <a:ea typeface="Open Sauce Bold"/>
                <a:cs typeface="Open Sauce Bold"/>
                <a:sym typeface="Open Sauce Bold"/>
              </a:rPr>
              <a:t>03.</a:t>
            </a:r>
          </a:p>
        </p:txBody>
      </p:sp>
      <p:sp>
        <p:nvSpPr>
          <p:cNvPr name="TextBox 10" id="10"/>
          <p:cNvSpPr txBox="true"/>
          <p:nvPr/>
        </p:nvSpPr>
        <p:spPr>
          <a:xfrm rot="0">
            <a:off x="13409422" y="4932080"/>
            <a:ext cx="2197323" cy="679451"/>
          </a:xfrm>
          <a:prstGeom prst="rect">
            <a:avLst/>
          </a:prstGeom>
        </p:spPr>
        <p:txBody>
          <a:bodyPr anchor="t" rtlCol="false" tIns="0" lIns="0" bIns="0" rIns="0">
            <a:spAutoFit/>
          </a:bodyPr>
          <a:lstStyle/>
          <a:p>
            <a:pPr algn="l">
              <a:lnSpc>
                <a:spcPts val="5150"/>
              </a:lnSpc>
            </a:pPr>
            <a:r>
              <a:rPr lang="en-US" b="true" sz="5000">
                <a:solidFill>
                  <a:srgbClr val="185079"/>
                </a:solidFill>
                <a:latin typeface="Open Sauce Bold"/>
                <a:ea typeface="Open Sauce Bold"/>
                <a:cs typeface="Open Sauce Bold"/>
                <a:sym typeface="Open Sauce Bold"/>
              </a:rPr>
              <a:t>04.</a:t>
            </a:r>
          </a:p>
        </p:txBody>
      </p:sp>
      <p:sp>
        <p:nvSpPr>
          <p:cNvPr name="TextBox 11" id="11"/>
          <p:cNvSpPr txBox="true"/>
          <p:nvPr/>
        </p:nvSpPr>
        <p:spPr>
          <a:xfrm rot="0">
            <a:off x="5799778" y="5773455"/>
            <a:ext cx="3075734" cy="2314956"/>
          </a:xfrm>
          <a:prstGeom prst="rect">
            <a:avLst/>
          </a:prstGeom>
        </p:spPr>
        <p:txBody>
          <a:bodyPr anchor="t" rtlCol="false" tIns="0" lIns="0" bIns="0" rIns="0">
            <a:spAutoFit/>
          </a:bodyPr>
          <a:lstStyle/>
          <a:p>
            <a:pPr algn="l">
              <a:lnSpc>
                <a:spcPts val="2681"/>
              </a:lnSpc>
            </a:pPr>
            <a:r>
              <a:rPr lang="en-US" b="true" sz="1799">
                <a:solidFill>
                  <a:srgbClr val="185079"/>
                </a:solidFill>
                <a:latin typeface="Open Sauce Bold"/>
                <a:ea typeface="Open Sauce Bold"/>
                <a:cs typeface="Open Sauce Bold"/>
                <a:sym typeface="Open Sauce Bold"/>
              </a:rPr>
              <a:t>Lorem ipsum dolor sit amet, consectetur adipiscing elit, sed do eiusmod tempor incididunt ut labore et dolore magna aliqua. Ut enim ad minim veniam.</a:t>
            </a:r>
          </a:p>
        </p:txBody>
      </p:sp>
      <p:sp>
        <p:nvSpPr>
          <p:cNvPr name="TextBox 12" id="12"/>
          <p:cNvSpPr txBox="true"/>
          <p:nvPr/>
        </p:nvSpPr>
        <p:spPr>
          <a:xfrm rot="0">
            <a:off x="9593826" y="5773455"/>
            <a:ext cx="3075734" cy="2314956"/>
          </a:xfrm>
          <a:prstGeom prst="rect">
            <a:avLst/>
          </a:prstGeom>
        </p:spPr>
        <p:txBody>
          <a:bodyPr anchor="t" rtlCol="false" tIns="0" lIns="0" bIns="0" rIns="0">
            <a:spAutoFit/>
          </a:bodyPr>
          <a:lstStyle/>
          <a:p>
            <a:pPr algn="l">
              <a:lnSpc>
                <a:spcPts val="2681"/>
              </a:lnSpc>
            </a:pPr>
            <a:r>
              <a:rPr lang="en-US" b="true" sz="1799">
                <a:solidFill>
                  <a:srgbClr val="185079"/>
                </a:solidFill>
                <a:latin typeface="Open Sauce Bold"/>
                <a:ea typeface="Open Sauce Bold"/>
                <a:cs typeface="Open Sauce Bold"/>
                <a:sym typeface="Open Sauce Bold"/>
              </a:rPr>
              <a:t>Lorem ipsum dolor sit amet, consectetur adipiscing elit, sed do eiusmod tempor incididunt ut labore et dolore magna aliqua. Ut enim ad minim veniam.</a:t>
            </a:r>
          </a:p>
        </p:txBody>
      </p:sp>
      <p:sp>
        <p:nvSpPr>
          <p:cNvPr name="TextBox 13" id="13"/>
          <p:cNvSpPr txBox="true"/>
          <p:nvPr/>
        </p:nvSpPr>
        <p:spPr>
          <a:xfrm rot="0">
            <a:off x="13409422" y="5773455"/>
            <a:ext cx="3075734" cy="2314956"/>
          </a:xfrm>
          <a:prstGeom prst="rect">
            <a:avLst/>
          </a:prstGeom>
        </p:spPr>
        <p:txBody>
          <a:bodyPr anchor="t" rtlCol="false" tIns="0" lIns="0" bIns="0" rIns="0">
            <a:spAutoFit/>
          </a:bodyPr>
          <a:lstStyle/>
          <a:p>
            <a:pPr algn="l">
              <a:lnSpc>
                <a:spcPts val="2681"/>
              </a:lnSpc>
            </a:pPr>
            <a:r>
              <a:rPr lang="en-US" b="true" sz="1799">
                <a:solidFill>
                  <a:srgbClr val="185079"/>
                </a:solidFill>
                <a:latin typeface="Open Sauce Bold"/>
                <a:ea typeface="Open Sauce Bold"/>
                <a:cs typeface="Open Sauce Bold"/>
                <a:sym typeface="Open Sauce Bold"/>
              </a:rPr>
              <a:t>Lorem ipsum dolor sit amet, consectetur adipiscing elit, sed do eiusmod tempor incididunt ut labore et dolore magna aliqua. Ut enim ad minim veniam.</a:t>
            </a:r>
          </a:p>
        </p:txBody>
      </p:sp>
      <p:sp>
        <p:nvSpPr>
          <p:cNvPr name="TextBox 14" id="14"/>
          <p:cNvSpPr txBox="true"/>
          <p:nvPr/>
        </p:nvSpPr>
        <p:spPr>
          <a:xfrm rot="0">
            <a:off x="2001429" y="5773455"/>
            <a:ext cx="3075734" cy="2314956"/>
          </a:xfrm>
          <a:prstGeom prst="rect">
            <a:avLst/>
          </a:prstGeom>
        </p:spPr>
        <p:txBody>
          <a:bodyPr anchor="t" rtlCol="false" tIns="0" lIns="0" bIns="0" rIns="0">
            <a:spAutoFit/>
          </a:bodyPr>
          <a:lstStyle/>
          <a:p>
            <a:pPr algn="l">
              <a:lnSpc>
                <a:spcPts val="2681"/>
              </a:lnSpc>
            </a:pPr>
            <a:r>
              <a:rPr lang="en-US" b="true" sz="1799">
                <a:solidFill>
                  <a:srgbClr val="185079"/>
                </a:solidFill>
                <a:latin typeface="Open Sauce Bold"/>
                <a:ea typeface="Open Sauce Bold"/>
                <a:cs typeface="Open Sauce Bold"/>
                <a:sym typeface="Open Sauce Bold"/>
              </a:rPr>
              <a:t>Lorem ipsum dolor sit amet, consectetur adipiscing elit, sed do eiusmod tempor incididunt ut labore et dolore magna aliqua. Ut enim ad minim veniam.</a:t>
            </a:r>
          </a:p>
        </p:txBody>
      </p:sp>
      <p:grpSp>
        <p:nvGrpSpPr>
          <p:cNvPr name="Group 15" id="15"/>
          <p:cNvGrpSpPr/>
          <p:nvPr/>
        </p:nvGrpSpPr>
        <p:grpSpPr>
          <a:xfrm rot="0">
            <a:off x="5818080" y="4211205"/>
            <a:ext cx="359553" cy="359553"/>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lnTo>
                    <a:pt x="523042" y="124802"/>
                  </a:lnTo>
                  <a:lnTo>
                    <a:pt x="693768" y="119032"/>
                  </a:lnTo>
                  <a:lnTo>
                    <a:pt x="687998" y="289758"/>
                  </a:lnTo>
                  <a:lnTo>
                    <a:pt x="812800" y="406400"/>
                  </a:lnTo>
                  <a:lnTo>
                    <a:pt x="687998" y="523042"/>
                  </a:lnTo>
                  <a:lnTo>
                    <a:pt x="693768" y="693768"/>
                  </a:lnTo>
                  <a:lnTo>
                    <a:pt x="523042" y="687998"/>
                  </a:lnTo>
                  <a:lnTo>
                    <a:pt x="406400" y="812800"/>
                  </a:lnTo>
                  <a:lnTo>
                    <a:pt x="289758" y="687998"/>
                  </a:lnTo>
                  <a:lnTo>
                    <a:pt x="119032" y="693768"/>
                  </a:lnTo>
                  <a:lnTo>
                    <a:pt x="124802" y="523042"/>
                  </a:lnTo>
                  <a:lnTo>
                    <a:pt x="0" y="406400"/>
                  </a:lnTo>
                  <a:lnTo>
                    <a:pt x="124802" y="289758"/>
                  </a:lnTo>
                  <a:lnTo>
                    <a:pt x="119032" y="119032"/>
                  </a:lnTo>
                  <a:lnTo>
                    <a:pt x="289758" y="124802"/>
                  </a:lnTo>
                  <a:lnTo>
                    <a:pt x="406400" y="0"/>
                  </a:lnTo>
                  <a:close/>
                </a:path>
              </a:pathLst>
            </a:custGeom>
            <a:solidFill>
              <a:srgbClr val="185079"/>
            </a:solidFill>
          </p:spPr>
        </p:sp>
        <p:sp>
          <p:nvSpPr>
            <p:cNvPr name="TextBox 17" id="17"/>
            <p:cNvSpPr txBox="true"/>
            <p:nvPr/>
          </p:nvSpPr>
          <p:spPr>
            <a:xfrm>
              <a:off x="127000" y="174625"/>
              <a:ext cx="558800" cy="511175"/>
            </a:xfrm>
            <a:prstGeom prst="rect">
              <a:avLst/>
            </a:prstGeom>
          </p:spPr>
          <p:txBody>
            <a:bodyPr anchor="ctr" rtlCol="false" tIns="50800" lIns="50800" bIns="50800" rIns="50800"/>
            <a:lstStyle/>
            <a:p>
              <a:pPr algn="ctr">
                <a:lnSpc>
                  <a:spcPts val="2266"/>
                </a:lnSpc>
              </a:pPr>
            </a:p>
          </p:txBody>
        </p:sp>
      </p:grpSp>
      <p:grpSp>
        <p:nvGrpSpPr>
          <p:cNvPr name="Group 18" id="18"/>
          <p:cNvGrpSpPr/>
          <p:nvPr/>
        </p:nvGrpSpPr>
        <p:grpSpPr>
          <a:xfrm rot="0">
            <a:off x="9593826" y="4211205"/>
            <a:ext cx="359553" cy="359553"/>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lnTo>
                    <a:pt x="523042" y="124802"/>
                  </a:lnTo>
                  <a:lnTo>
                    <a:pt x="693768" y="119032"/>
                  </a:lnTo>
                  <a:lnTo>
                    <a:pt x="687998" y="289758"/>
                  </a:lnTo>
                  <a:lnTo>
                    <a:pt x="812800" y="406400"/>
                  </a:lnTo>
                  <a:lnTo>
                    <a:pt x="687998" y="523042"/>
                  </a:lnTo>
                  <a:lnTo>
                    <a:pt x="693768" y="693768"/>
                  </a:lnTo>
                  <a:lnTo>
                    <a:pt x="523042" y="687998"/>
                  </a:lnTo>
                  <a:lnTo>
                    <a:pt x="406400" y="812800"/>
                  </a:lnTo>
                  <a:lnTo>
                    <a:pt x="289758" y="687998"/>
                  </a:lnTo>
                  <a:lnTo>
                    <a:pt x="119032" y="693768"/>
                  </a:lnTo>
                  <a:lnTo>
                    <a:pt x="124802" y="523042"/>
                  </a:lnTo>
                  <a:lnTo>
                    <a:pt x="0" y="406400"/>
                  </a:lnTo>
                  <a:lnTo>
                    <a:pt x="124802" y="289758"/>
                  </a:lnTo>
                  <a:lnTo>
                    <a:pt x="119032" y="119032"/>
                  </a:lnTo>
                  <a:lnTo>
                    <a:pt x="289758" y="124802"/>
                  </a:lnTo>
                  <a:lnTo>
                    <a:pt x="406400" y="0"/>
                  </a:lnTo>
                  <a:close/>
                </a:path>
              </a:pathLst>
            </a:custGeom>
            <a:solidFill>
              <a:srgbClr val="185079"/>
            </a:solidFill>
          </p:spPr>
        </p:sp>
        <p:sp>
          <p:nvSpPr>
            <p:cNvPr name="TextBox 20" id="20"/>
            <p:cNvSpPr txBox="true"/>
            <p:nvPr/>
          </p:nvSpPr>
          <p:spPr>
            <a:xfrm>
              <a:off x="127000" y="174625"/>
              <a:ext cx="558800" cy="511175"/>
            </a:xfrm>
            <a:prstGeom prst="rect">
              <a:avLst/>
            </a:prstGeom>
          </p:spPr>
          <p:txBody>
            <a:bodyPr anchor="ctr" rtlCol="false" tIns="50800" lIns="50800" bIns="50800" rIns="50800"/>
            <a:lstStyle/>
            <a:p>
              <a:pPr algn="ctr">
                <a:lnSpc>
                  <a:spcPts val="2266"/>
                </a:lnSpc>
              </a:pPr>
            </a:p>
          </p:txBody>
        </p:sp>
      </p:grpSp>
      <p:grpSp>
        <p:nvGrpSpPr>
          <p:cNvPr name="Group 21" id="21"/>
          <p:cNvGrpSpPr/>
          <p:nvPr/>
        </p:nvGrpSpPr>
        <p:grpSpPr>
          <a:xfrm rot="0">
            <a:off x="13409422" y="4211205"/>
            <a:ext cx="359553" cy="359553"/>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lnTo>
                    <a:pt x="523042" y="124802"/>
                  </a:lnTo>
                  <a:lnTo>
                    <a:pt x="693768" y="119032"/>
                  </a:lnTo>
                  <a:lnTo>
                    <a:pt x="687998" y="289758"/>
                  </a:lnTo>
                  <a:lnTo>
                    <a:pt x="812800" y="406400"/>
                  </a:lnTo>
                  <a:lnTo>
                    <a:pt x="687998" y="523042"/>
                  </a:lnTo>
                  <a:lnTo>
                    <a:pt x="693768" y="693768"/>
                  </a:lnTo>
                  <a:lnTo>
                    <a:pt x="523042" y="687998"/>
                  </a:lnTo>
                  <a:lnTo>
                    <a:pt x="406400" y="812800"/>
                  </a:lnTo>
                  <a:lnTo>
                    <a:pt x="289758" y="687998"/>
                  </a:lnTo>
                  <a:lnTo>
                    <a:pt x="119032" y="693768"/>
                  </a:lnTo>
                  <a:lnTo>
                    <a:pt x="124802" y="523042"/>
                  </a:lnTo>
                  <a:lnTo>
                    <a:pt x="0" y="406400"/>
                  </a:lnTo>
                  <a:lnTo>
                    <a:pt x="124802" y="289758"/>
                  </a:lnTo>
                  <a:lnTo>
                    <a:pt x="119032" y="119032"/>
                  </a:lnTo>
                  <a:lnTo>
                    <a:pt x="289758" y="124802"/>
                  </a:lnTo>
                  <a:lnTo>
                    <a:pt x="406400" y="0"/>
                  </a:lnTo>
                  <a:close/>
                </a:path>
              </a:pathLst>
            </a:custGeom>
            <a:solidFill>
              <a:srgbClr val="185079"/>
            </a:solidFill>
          </p:spPr>
        </p:sp>
        <p:sp>
          <p:nvSpPr>
            <p:cNvPr name="TextBox 23" id="23"/>
            <p:cNvSpPr txBox="true"/>
            <p:nvPr/>
          </p:nvSpPr>
          <p:spPr>
            <a:xfrm>
              <a:off x="127000" y="174625"/>
              <a:ext cx="558800" cy="511175"/>
            </a:xfrm>
            <a:prstGeom prst="rect">
              <a:avLst/>
            </a:prstGeom>
          </p:spPr>
          <p:txBody>
            <a:bodyPr anchor="ctr" rtlCol="false" tIns="50800" lIns="50800" bIns="50800" rIns="50800"/>
            <a:lstStyle/>
            <a:p>
              <a:pPr algn="ctr">
                <a:lnSpc>
                  <a:spcPts val="2266"/>
                </a:lnSpc>
              </a:pPr>
            </a:p>
          </p:txBody>
        </p:sp>
      </p:grpSp>
      <p:sp>
        <p:nvSpPr>
          <p:cNvPr name="TextBox 24" id="24"/>
          <p:cNvSpPr txBox="true"/>
          <p:nvPr/>
        </p:nvSpPr>
        <p:spPr>
          <a:xfrm rot="0">
            <a:off x="3477421" y="2293839"/>
            <a:ext cx="11333159" cy="1111257"/>
          </a:xfrm>
          <a:prstGeom prst="rect">
            <a:avLst/>
          </a:prstGeom>
        </p:spPr>
        <p:txBody>
          <a:bodyPr anchor="t" rtlCol="false" tIns="0" lIns="0" bIns="0" rIns="0">
            <a:spAutoFit/>
          </a:bodyPr>
          <a:lstStyle/>
          <a:p>
            <a:pPr algn="ctr" marL="0" indent="0" lvl="0">
              <a:lnSpc>
                <a:spcPts val="8550"/>
              </a:lnSpc>
              <a:spcBef>
                <a:spcPct val="0"/>
              </a:spcBef>
            </a:pPr>
            <a:r>
              <a:rPr lang="en-US" b="true" sz="7917" spc="-467">
                <a:solidFill>
                  <a:srgbClr val="185079"/>
                </a:solidFill>
                <a:latin typeface="Open Sauce Semi-Bold"/>
                <a:ea typeface="Open Sauce Semi-Bold"/>
                <a:cs typeface="Open Sauce Semi-Bold"/>
                <a:sym typeface="Open Sauce Semi-Bold"/>
              </a:rPr>
              <a:t>VALUE P</a:t>
            </a:r>
            <a:r>
              <a:rPr lang="en-US" b="true" sz="7917" spc="-467" strike="noStrike" u="none">
                <a:solidFill>
                  <a:srgbClr val="185079"/>
                </a:solidFill>
                <a:latin typeface="Open Sauce Semi-Bold"/>
                <a:ea typeface="Open Sauce Semi-Bold"/>
                <a:cs typeface="Open Sauce Semi-Bold"/>
                <a:sym typeface="Open Sauce Semi-Bold"/>
              </a:rPr>
              <a:t>ROPOSITION</a:t>
            </a:r>
          </a:p>
        </p:txBody>
      </p:sp>
      <p:sp>
        <p:nvSpPr>
          <p:cNvPr name="Freeform 25" id="25"/>
          <p:cNvSpPr/>
          <p:nvPr/>
        </p:nvSpPr>
        <p:spPr>
          <a:xfrm flipH="false" flipV="false" rot="0">
            <a:off x="-8153289" y="4936437"/>
            <a:ext cx="15919790" cy="13575239"/>
          </a:xfrm>
          <a:custGeom>
            <a:avLst/>
            <a:gdLst/>
            <a:ahLst/>
            <a:cxnLst/>
            <a:rect r="r" b="b" t="t" l="l"/>
            <a:pathLst>
              <a:path h="13575239" w="15919790">
                <a:moveTo>
                  <a:pt x="0" y="0"/>
                </a:moveTo>
                <a:lnTo>
                  <a:pt x="15919789" y="0"/>
                </a:lnTo>
                <a:lnTo>
                  <a:pt x="15919789" y="13575239"/>
                </a:lnTo>
                <a:lnTo>
                  <a:pt x="0" y="13575239"/>
                </a:lnTo>
                <a:lnTo>
                  <a:pt x="0" y="0"/>
                </a:lnTo>
                <a:close/>
              </a:path>
            </a:pathLst>
          </a:custGeom>
          <a:blipFill>
            <a:blip r:embed="rId3"/>
            <a:stretch>
              <a:fillRect l="0" t="0" r="0" b="0"/>
            </a:stretch>
          </a:blipFill>
        </p:spPr>
      </p:sp>
      <p:sp>
        <p:nvSpPr>
          <p:cNvPr name="Freeform 26" id="26"/>
          <p:cNvSpPr/>
          <p:nvPr/>
        </p:nvSpPr>
        <p:spPr>
          <a:xfrm flipH="false" flipV="false" rot="0">
            <a:off x="11275201" y="-7726307"/>
            <a:ext cx="15919790" cy="13575239"/>
          </a:xfrm>
          <a:custGeom>
            <a:avLst/>
            <a:gdLst/>
            <a:ahLst/>
            <a:cxnLst/>
            <a:rect r="r" b="b" t="t" l="l"/>
            <a:pathLst>
              <a:path h="13575239" w="15919790">
                <a:moveTo>
                  <a:pt x="0" y="0"/>
                </a:moveTo>
                <a:lnTo>
                  <a:pt x="15919790" y="0"/>
                </a:lnTo>
                <a:lnTo>
                  <a:pt x="15919790" y="13575239"/>
                </a:lnTo>
                <a:lnTo>
                  <a:pt x="0" y="13575239"/>
                </a:lnTo>
                <a:lnTo>
                  <a:pt x="0" y="0"/>
                </a:lnTo>
                <a:close/>
              </a:path>
            </a:pathLst>
          </a:custGeom>
          <a:blipFill>
            <a:blip r:embed="rId3"/>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7181" t="-19076" r="-3000" b="-11427"/>
            </a:stretch>
          </a:blipFill>
        </p:spPr>
      </p:sp>
      <p:sp>
        <p:nvSpPr>
          <p:cNvPr name="TextBox 3" id="3"/>
          <p:cNvSpPr txBox="true"/>
          <p:nvPr/>
        </p:nvSpPr>
        <p:spPr>
          <a:xfrm rot="0">
            <a:off x="1590489" y="2725480"/>
            <a:ext cx="6737800" cy="2193497"/>
          </a:xfrm>
          <a:prstGeom prst="rect">
            <a:avLst/>
          </a:prstGeom>
        </p:spPr>
        <p:txBody>
          <a:bodyPr anchor="t" rtlCol="false" tIns="0" lIns="0" bIns="0" rIns="0">
            <a:spAutoFit/>
          </a:bodyPr>
          <a:lstStyle/>
          <a:p>
            <a:pPr algn="l" marL="0" indent="0" lvl="0">
              <a:lnSpc>
                <a:spcPts val="8550"/>
              </a:lnSpc>
              <a:spcBef>
                <a:spcPct val="0"/>
              </a:spcBef>
            </a:pPr>
            <a:r>
              <a:rPr lang="en-US" b="true" sz="7917" spc="-467">
                <a:solidFill>
                  <a:srgbClr val="185079"/>
                </a:solidFill>
                <a:latin typeface="Open Sauce Semi-Bold"/>
                <a:ea typeface="Open Sauce Semi-Bold"/>
                <a:cs typeface="Open Sauce Semi-Bold"/>
                <a:sym typeface="Open Sauce Semi-Bold"/>
              </a:rPr>
              <a:t>TA</a:t>
            </a:r>
            <a:r>
              <a:rPr lang="en-US" b="true" sz="7917" spc="-467" strike="noStrike" u="none">
                <a:solidFill>
                  <a:srgbClr val="185079"/>
                </a:solidFill>
                <a:latin typeface="Open Sauce Semi-Bold"/>
                <a:ea typeface="Open Sauce Semi-Bold"/>
                <a:cs typeface="Open Sauce Semi-Bold"/>
                <a:sym typeface="Open Sauce Semi-Bold"/>
              </a:rPr>
              <a:t>RGET AUDI</a:t>
            </a:r>
            <a:r>
              <a:rPr lang="en-US" b="true" sz="7917" spc="-467" strike="noStrike" u="none">
                <a:solidFill>
                  <a:srgbClr val="185079"/>
                </a:solidFill>
                <a:latin typeface="Open Sauce Semi-Bold"/>
                <a:ea typeface="Open Sauce Semi-Bold"/>
                <a:cs typeface="Open Sauce Semi-Bold"/>
                <a:sym typeface="Open Sauce Semi-Bold"/>
              </a:rPr>
              <a:t>E</a:t>
            </a:r>
            <a:r>
              <a:rPr lang="en-US" b="true" sz="7917" spc="-467" strike="noStrike" u="none">
                <a:solidFill>
                  <a:srgbClr val="185079"/>
                </a:solidFill>
                <a:latin typeface="Open Sauce Semi-Bold"/>
                <a:ea typeface="Open Sauce Semi-Bold"/>
                <a:cs typeface="Open Sauce Semi-Bold"/>
                <a:sym typeface="Open Sauce Semi-Bold"/>
              </a:rPr>
              <a:t>NCE</a:t>
            </a:r>
          </a:p>
        </p:txBody>
      </p:sp>
      <p:sp>
        <p:nvSpPr>
          <p:cNvPr name="TextBox 4" id="4"/>
          <p:cNvSpPr txBox="true"/>
          <p:nvPr/>
        </p:nvSpPr>
        <p:spPr>
          <a:xfrm rot="0">
            <a:off x="1590489" y="5149790"/>
            <a:ext cx="6248586" cy="2821305"/>
          </a:xfrm>
          <a:prstGeom prst="rect">
            <a:avLst/>
          </a:prstGeom>
        </p:spPr>
        <p:txBody>
          <a:bodyPr anchor="t" rtlCol="false" tIns="0" lIns="0" bIns="0" rIns="0">
            <a:spAutoFit/>
          </a:bodyPr>
          <a:lstStyle/>
          <a:p>
            <a:pPr algn="l" marL="0" indent="0" lvl="0">
              <a:lnSpc>
                <a:spcPts val="2520"/>
              </a:lnSpc>
              <a:spcBef>
                <a:spcPct val="0"/>
              </a:spcBef>
            </a:pPr>
            <a:r>
              <a:rPr lang="en-US" b="true" sz="1800" strike="noStrike" u="none">
                <a:solidFill>
                  <a:srgbClr val="185079"/>
                </a:solidFill>
                <a:latin typeface="Open Sauce Bold"/>
                <a:ea typeface="Open Sauce Bold"/>
                <a:cs typeface="Open Sauce Bold"/>
                <a:sym typeface="Open Sauce Bold"/>
              </a:rPr>
              <a:t>Lorem ipsum dolor sit amet, consectetur adipiscing elit, sed do eiusmod tempor incididunt ut labore et dolore magna aliqua. Ut enim ad minim veniam, quis nostrud exercitation ullamco laboris nisi ut aliquip ex ea commodo consequat.</a:t>
            </a:r>
          </a:p>
          <a:p>
            <a:pPr algn="l" marL="0" indent="0" lvl="0">
              <a:lnSpc>
                <a:spcPts val="2520"/>
              </a:lnSpc>
              <a:spcBef>
                <a:spcPct val="0"/>
              </a:spcBef>
            </a:pPr>
            <a:r>
              <a:rPr lang="en-US" b="true" sz="1800" strike="noStrike" u="none">
                <a:solidFill>
                  <a:srgbClr val="185079"/>
                </a:solidFill>
                <a:latin typeface="Open Sauce Bold"/>
                <a:ea typeface="Open Sauce Bold"/>
                <a:cs typeface="Open Sauce Bold"/>
                <a:sym typeface="Open Sauce Bold"/>
              </a:rPr>
              <a:t>Duis aute irure dolor in reprehenderit in voluptate velit esse cillum dolore eu fugiat nulla pariatur. Excepteur sint occaecat cupidatat non proident, sunt in culpa qui officia deserunt mollit anim id est laborum.</a:t>
            </a:r>
          </a:p>
        </p:txBody>
      </p:sp>
      <p:grpSp>
        <p:nvGrpSpPr>
          <p:cNvPr name="Group 5" id="5"/>
          <p:cNvGrpSpPr/>
          <p:nvPr/>
        </p:nvGrpSpPr>
        <p:grpSpPr>
          <a:xfrm rot="0">
            <a:off x="8953500" y="1669519"/>
            <a:ext cx="3911512" cy="3346236"/>
            <a:chOff x="0" y="0"/>
            <a:chExt cx="935533" cy="800333"/>
          </a:xfrm>
        </p:grpSpPr>
        <p:sp>
          <p:nvSpPr>
            <p:cNvPr name="Freeform 6" id="6"/>
            <p:cNvSpPr/>
            <p:nvPr/>
          </p:nvSpPr>
          <p:spPr>
            <a:xfrm flipH="false" flipV="false" rot="0">
              <a:off x="0" y="0"/>
              <a:ext cx="935533" cy="800333"/>
            </a:xfrm>
            <a:custGeom>
              <a:avLst/>
              <a:gdLst/>
              <a:ahLst/>
              <a:cxnLst/>
              <a:rect r="r" b="b" t="t" l="l"/>
              <a:pathLst>
                <a:path h="800333" w="935533">
                  <a:moveTo>
                    <a:pt x="47502" y="0"/>
                  </a:moveTo>
                  <a:lnTo>
                    <a:pt x="888030" y="0"/>
                  </a:lnTo>
                  <a:cubicBezTo>
                    <a:pt x="914265" y="0"/>
                    <a:pt x="935533" y="21268"/>
                    <a:pt x="935533" y="47502"/>
                  </a:cubicBezTo>
                  <a:lnTo>
                    <a:pt x="935533" y="752831"/>
                  </a:lnTo>
                  <a:cubicBezTo>
                    <a:pt x="935533" y="765429"/>
                    <a:pt x="930528" y="777512"/>
                    <a:pt x="921620" y="786420"/>
                  </a:cubicBezTo>
                  <a:cubicBezTo>
                    <a:pt x="912711" y="795329"/>
                    <a:pt x="900629" y="800333"/>
                    <a:pt x="888030" y="800333"/>
                  </a:cubicBezTo>
                  <a:lnTo>
                    <a:pt x="47502" y="800333"/>
                  </a:lnTo>
                  <a:cubicBezTo>
                    <a:pt x="34904" y="800333"/>
                    <a:pt x="22822" y="795329"/>
                    <a:pt x="13913" y="786420"/>
                  </a:cubicBezTo>
                  <a:cubicBezTo>
                    <a:pt x="5005" y="777512"/>
                    <a:pt x="0" y="765429"/>
                    <a:pt x="0" y="752831"/>
                  </a:cubicBezTo>
                  <a:lnTo>
                    <a:pt x="0" y="47502"/>
                  </a:lnTo>
                  <a:cubicBezTo>
                    <a:pt x="0" y="34904"/>
                    <a:pt x="5005" y="22822"/>
                    <a:pt x="13913" y="13913"/>
                  </a:cubicBezTo>
                  <a:cubicBezTo>
                    <a:pt x="22822" y="5005"/>
                    <a:pt x="34904" y="0"/>
                    <a:pt x="47502" y="0"/>
                  </a:cubicBezTo>
                  <a:close/>
                </a:path>
              </a:pathLst>
            </a:custGeom>
            <a:solidFill>
              <a:srgbClr val="BBD6E1"/>
            </a:solidFill>
            <a:ln cap="rnd">
              <a:noFill/>
              <a:prstDash val="solid"/>
              <a:round/>
            </a:ln>
          </p:spPr>
        </p:sp>
        <p:sp>
          <p:nvSpPr>
            <p:cNvPr name="TextBox 7" id="7"/>
            <p:cNvSpPr txBox="true"/>
            <p:nvPr/>
          </p:nvSpPr>
          <p:spPr>
            <a:xfrm>
              <a:off x="0" y="0"/>
              <a:ext cx="935533" cy="800333"/>
            </a:xfrm>
            <a:prstGeom prst="rect">
              <a:avLst/>
            </a:prstGeom>
          </p:spPr>
          <p:txBody>
            <a:bodyPr anchor="ctr" rtlCol="false" tIns="50800" lIns="50800" bIns="50800" rIns="50800"/>
            <a:lstStyle/>
            <a:p>
              <a:pPr algn="ctr" marL="0" indent="0" lvl="0">
                <a:lnSpc>
                  <a:spcPts val="2879"/>
                </a:lnSpc>
                <a:spcBef>
                  <a:spcPct val="0"/>
                </a:spcBef>
              </a:pPr>
            </a:p>
          </p:txBody>
        </p:sp>
      </p:grpSp>
      <p:grpSp>
        <p:nvGrpSpPr>
          <p:cNvPr name="Group 8" id="8"/>
          <p:cNvGrpSpPr/>
          <p:nvPr/>
        </p:nvGrpSpPr>
        <p:grpSpPr>
          <a:xfrm rot="0">
            <a:off x="13157288" y="1669519"/>
            <a:ext cx="3911512" cy="3346236"/>
            <a:chOff x="0" y="0"/>
            <a:chExt cx="935533" cy="800333"/>
          </a:xfrm>
        </p:grpSpPr>
        <p:sp>
          <p:nvSpPr>
            <p:cNvPr name="Freeform 9" id="9"/>
            <p:cNvSpPr/>
            <p:nvPr/>
          </p:nvSpPr>
          <p:spPr>
            <a:xfrm flipH="false" flipV="false" rot="0">
              <a:off x="0" y="0"/>
              <a:ext cx="935533" cy="800333"/>
            </a:xfrm>
            <a:custGeom>
              <a:avLst/>
              <a:gdLst/>
              <a:ahLst/>
              <a:cxnLst/>
              <a:rect r="r" b="b" t="t" l="l"/>
              <a:pathLst>
                <a:path h="800333" w="935533">
                  <a:moveTo>
                    <a:pt x="47502" y="0"/>
                  </a:moveTo>
                  <a:lnTo>
                    <a:pt x="888030" y="0"/>
                  </a:lnTo>
                  <a:cubicBezTo>
                    <a:pt x="914265" y="0"/>
                    <a:pt x="935533" y="21268"/>
                    <a:pt x="935533" y="47502"/>
                  </a:cubicBezTo>
                  <a:lnTo>
                    <a:pt x="935533" y="752831"/>
                  </a:lnTo>
                  <a:cubicBezTo>
                    <a:pt x="935533" y="765429"/>
                    <a:pt x="930528" y="777512"/>
                    <a:pt x="921620" y="786420"/>
                  </a:cubicBezTo>
                  <a:cubicBezTo>
                    <a:pt x="912711" y="795329"/>
                    <a:pt x="900629" y="800333"/>
                    <a:pt x="888030" y="800333"/>
                  </a:cubicBezTo>
                  <a:lnTo>
                    <a:pt x="47502" y="800333"/>
                  </a:lnTo>
                  <a:cubicBezTo>
                    <a:pt x="34904" y="800333"/>
                    <a:pt x="22822" y="795329"/>
                    <a:pt x="13913" y="786420"/>
                  </a:cubicBezTo>
                  <a:cubicBezTo>
                    <a:pt x="5005" y="777512"/>
                    <a:pt x="0" y="765429"/>
                    <a:pt x="0" y="752831"/>
                  </a:cubicBezTo>
                  <a:lnTo>
                    <a:pt x="0" y="47502"/>
                  </a:lnTo>
                  <a:cubicBezTo>
                    <a:pt x="0" y="34904"/>
                    <a:pt x="5005" y="22822"/>
                    <a:pt x="13913" y="13913"/>
                  </a:cubicBezTo>
                  <a:cubicBezTo>
                    <a:pt x="22822" y="5005"/>
                    <a:pt x="34904" y="0"/>
                    <a:pt x="47502" y="0"/>
                  </a:cubicBezTo>
                  <a:close/>
                </a:path>
              </a:pathLst>
            </a:custGeom>
            <a:solidFill>
              <a:srgbClr val="95BFD1"/>
            </a:solidFill>
            <a:ln cap="rnd">
              <a:noFill/>
              <a:prstDash val="solid"/>
              <a:round/>
            </a:ln>
          </p:spPr>
        </p:sp>
        <p:sp>
          <p:nvSpPr>
            <p:cNvPr name="TextBox 10" id="10"/>
            <p:cNvSpPr txBox="true"/>
            <p:nvPr/>
          </p:nvSpPr>
          <p:spPr>
            <a:xfrm>
              <a:off x="0" y="0"/>
              <a:ext cx="935533" cy="800333"/>
            </a:xfrm>
            <a:prstGeom prst="rect">
              <a:avLst/>
            </a:prstGeom>
          </p:spPr>
          <p:txBody>
            <a:bodyPr anchor="ctr" rtlCol="false" tIns="50800" lIns="50800" bIns="50800" rIns="50800"/>
            <a:lstStyle/>
            <a:p>
              <a:pPr algn="ctr" marL="0" indent="0" lvl="0">
                <a:lnSpc>
                  <a:spcPts val="2879"/>
                </a:lnSpc>
                <a:spcBef>
                  <a:spcPct val="0"/>
                </a:spcBef>
              </a:pPr>
            </a:p>
          </p:txBody>
        </p:sp>
      </p:grpSp>
      <p:grpSp>
        <p:nvGrpSpPr>
          <p:cNvPr name="Group 11" id="11"/>
          <p:cNvGrpSpPr/>
          <p:nvPr/>
        </p:nvGrpSpPr>
        <p:grpSpPr>
          <a:xfrm rot="0">
            <a:off x="8953500" y="5271245"/>
            <a:ext cx="3911512" cy="3346236"/>
            <a:chOff x="0" y="0"/>
            <a:chExt cx="935533" cy="800333"/>
          </a:xfrm>
        </p:grpSpPr>
        <p:sp>
          <p:nvSpPr>
            <p:cNvPr name="Freeform 12" id="12"/>
            <p:cNvSpPr/>
            <p:nvPr/>
          </p:nvSpPr>
          <p:spPr>
            <a:xfrm flipH="false" flipV="false" rot="0">
              <a:off x="0" y="0"/>
              <a:ext cx="935533" cy="800333"/>
            </a:xfrm>
            <a:custGeom>
              <a:avLst/>
              <a:gdLst/>
              <a:ahLst/>
              <a:cxnLst/>
              <a:rect r="r" b="b" t="t" l="l"/>
              <a:pathLst>
                <a:path h="800333" w="935533">
                  <a:moveTo>
                    <a:pt x="47502" y="0"/>
                  </a:moveTo>
                  <a:lnTo>
                    <a:pt x="888030" y="0"/>
                  </a:lnTo>
                  <a:cubicBezTo>
                    <a:pt x="914265" y="0"/>
                    <a:pt x="935533" y="21268"/>
                    <a:pt x="935533" y="47502"/>
                  </a:cubicBezTo>
                  <a:lnTo>
                    <a:pt x="935533" y="752831"/>
                  </a:lnTo>
                  <a:cubicBezTo>
                    <a:pt x="935533" y="765429"/>
                    <a:pt x="930528" y="777512"/>
                    <a:pt x="921620" y="786420"/>
                  </a:cubicBezTo>
                  <a:cubicBezTo>
                    <a:pt x="912711" y="795329"/>
                    <a:pt x="900629" y="800333"/>
                    <a:pt x="888030" y="800333"/>
                  </a:cubicBezTo>
                  <a:lnTo>
                    <a:pt x="47502" y="800333"/>
                  </a:lnTo>
                  <a:cubicBezTo>
                    <a:pt x="34904" y="800333"/>
                    <a:pt x="22822" y="795329"/>
                    <a:pt x="13913" y="786420"/>
                  </a:cubicBezTo>
                  <a:cubicBezTo>
                    <a:pt x="5005" y="777512"/>
                    <a:pt x="0" y="765429"/>
                    <a:pt x="0" y="752831"/>
                  </a:cubicBezTo>
                  <a:lnTo>
                    <a:pt x="0" y="47502"/>
                  </a:lnTo>
                  <a:cubicBezTo>
                    <a:pt x="0" y="34904"/>
                    <a:pt x="5005" y="22822"/>
                    <a:pt x="13913" y="13913"/>
                  </a:cubicBezTo>
                  <a:cubicBezTo>
                    <a:pt x="22822" y="5005"/>
                    <a:pt x="34904" y="0"/>
                    <a:pt x="47502" y="0"/>
                  </a:cubicBezTo>
                  <a:close/>
                </a:path>
              </a:pathLst>
            </a:custGeom>
            <a:solidFill>
              <a:srgbClr val="6BA1BC"/>
            </a:solidFill>
            <a:ln cap="rnd">
              <a:noFill/>
              <a:prstDash val="solid"/>
              <a:round/>
            </a:ln>
          </p:spPr>
        </p:sp>
        <p:sp>
          <p:nvSpPr>
            <p:cNvPr name="TextBox 13" id="13"/>
            <p:cNvSpPr txBox="true"/>
            <p:nvPr/>
          </p:nvSpPr>
          <p:spPr>
            <a:xfrm>
              <a:off x="0" y="0"/>
              <a:ext cx="935533" cy="800333"/>
            </a:xfrm>
            <a:prstGeom prst="rect">
              <a:avLst/>
            </a:prstGeom>
          </p:spPr>
          <p:txBody>
            <a:bodyPr anchor="ctr" rtlCol="false" tIns="50800" lIns="50800" bIns="50800" rIns="50800"/>
            <a:lstStyle/>
            <a:p>
              <a:pPr algn="ctr" marL="0" indent="0" lvl="0">
                <a:lnSpc>
                  <a:spcPts val="2879"/>
                </a:lnSpc>
                <a:spcBef>
                  <a:spcPct val="0"/>
                </a:spcBef>
              </a:pPr>
            </a:p>
          </p:txBody>
        </p:sp>
      </p:grpSp>
      <p:grpSp>
        <p:nvGrpSpPr>
          <p:cNvPr name="Group 14" id="14"/>
          <p:cNvGrpSpPr/>
          <p:nvPr/>
        </p:nvGrpSpPr>
        <p:grpSpPr>
          <a:xfrm rot="0">
            <a:off x="13157288" y="5271245"/>
            <a:ext cx="3911512" cy="3346236"/>
            <a:chOff x="0" y="0"/>
            <a:chExt cx="935533" cy="800333"/>
          </a:xfrm>
        </p:grpSpPr>
        <p:sp>
          <p:nvSpPr>
            <p:cNvPr name="Freeform 15" id="15"/>
            <p:cNvSpPr/>
            <p:nvPr/>
          </p:nvSpPr>
          <p:spPr>
            <a:xfrm flipH="false" flipV="false" rot="0">
              <a:off x="0" y="0"/>
              <a:ext cx="935533" cy="800333"/>
            </a:xfrm>
            <a:custGeom>
              <a:avLst/>
              <a:gdLst/>
              <a:ahLst/>
              <a:cxnLst/>
              <a:rect r="r" b="b" t="t" l="l"/>
              <a:pathLst>
                <a:path h="800333" w="935533">
                  <a:moveTo>
                    <a:pt x="47502" y="0"/>
                  </a:moveTo>
                  <a:lnTo>
                    <a:pt x="888030" y="0"/>
                  </a:lnTo>
                  <a:cubicBezTo>
                    <a:pt x="914265" y="0"/>
                    <a:pt x="935533" y="21268"/>
                    <a:pt x="935533" y="47502"/>
                  </a:cubicBezTo>
                  <a:lnTo>
                    <a:pt x="935533" y="752831"/>
                  </a:lnTo>
                  <a:cubicBezTo>
                    <a:pt x="935533" y="765429"/>
                    <a:pt x="930528" y="777512"/>
                    <a:pt x="921620" y="786420"/>
                  </a:cubicBezTo>
                  <a:cubicBezTo>
                    <a:pt x="912711" y="795329"/>
                    <a:pt x="900629" y="800333"/>
                    <a:pt x="888030" y="800333"/>
                  </a:cubicBezTo>
                  <a:lnTo>
                    <a:pt x="47502" y="800333"/>
                  </a:lnTo>
                  <a:cubicBezTo>
                    <a:pt x="34904" y="800333"/>
                    <a:pt x="22822" y="795329"/>
                    <a:pt x="13913" y="786420"/>
                  </a:cubicBezTo>
                  <a:cubicBezTo>
                    <a:pt x="5005" y="777512"/>
                    <a:pt x="0" y="765429"/>
                    <a:pt x="0" y="752831"/>
                  </a:cubicBezTo>
                  <a:lnTo>
                    <a:pt x="0" y="47502"/>
                  </a:lnTo>
                  <a:cubicBezTo>
                    <a:pt x="0" y="34904"/>
                    <a:pt x="5005" y="22822"/>
                    <a:pt x="13913" y="13913"/>
                  </a:cubicBezTo>
                  <a:cubicBezTo>
                    <a:pt x="22822" y="5005"/>
                    <a:pt x="34904" y="0"/>
                    <a:pt x="47502" y="0"/>
                  </a:cubicBezTo>
                  <a:close/>
                </a:path>
              </a:pathLst>
            </a:custGeom>
            <a:solidFill>
              <a:srgbClr val="3885AB"/>
            </a:solidFill>
            <a:ln cap="rnd">
              <a:noFill/>
              <a:prstDash val="solid"/>
              <a:round/>
            </a:ln>
          </p:spPr>
        </p:sp>
        <p:sp>
          <p:nvSpPr>
            <p:cNvPr name="TextBox 16" id="16"/>
            <p:cNvSpPr txBox="true"/>
            <p:nvPr/>
          </p:nvSpPr>
          <p:spPr>
            <a:xfrm>
              <a:off x="0" y="0"/>
              <a:ext cx="935533" cy="800333"/>
            </a:xfrm>
            <a:prstGeom prst="rect">
              <a:avLst/>
            </a:prstGeom>
          </p:spPr>
          <p:txBody>
            <a:bodyPr anchor="ctr" rtlCol="false" tIns="50800" lIns="50800" bIns="50800" rIns="50800"/>
            <a:lstStyle/>
            <a:p>
              <a:pPr algn="ctr" marL="0" indent="0" lvl="0">
                <a:lnSpc>
                  <a:spcPts val="2879"/>
                </a:lnSpc>
                <a:spcBef>
                  <a:spcPct val="0"/>
                </a:spcBef>
              </a:pPr>
            </a:p>
          </p:txBody>
        </p:sp>
      </p:grpSp>
      <p:sp>
        <p:nvSpPr>
          <p:cNvPr name="TextBox 17" id="17"/>
          <p:cNvSpPr txBox="true"/>
          <p:nvPr/>
        </p:nvSpPr>
        <p:spPr>
          <a:xfrm rot="0">
            <a:off x="9475862" y="2872649"/>
            <a:ext cx="2866788" cy="1589721"/>
          </a:xfrm>
          <a:prstGeom prst="rect">
            <a:avLst/>
          </a:prstGeom>
        </p:spPr>
        <p:txBody>
          <a:bodyPr anchor="t" rtlCol="false" tIns="0" lIns="0" bIns="0" rIns="0">
            <a:spAutoFit/>
          </a:bodyPr>
          <a:lstStyle/>
          <a:p>
            <a:pPr algn="ctr">
              <a:lnSpc>
                <a:spcPts val="2152"/>
              </a:lnSpc>
              <a:spcBef>
                <a:spcPct val="0"/>
              </a:spcBef>
            </a:pPr>
            <a:r>
              <a:rPr lang="en-US" sz="1537">
                <a:solidFill>
                  <a:srgbClr val="185079"/>
                </a:solidFill>
                <a:latin typeface="Open Sauce"/>
                <a:ea typeface="Open Sauce"/>
                <a:cs typeface="Open Sauce"/>
                <a:sym typeface="Open Sauce"/>
              </a:rPr>
              <a:t>Lorem ipsum dolor sit amet, consectetur adipiscing elit, sed do eiusmod tempor incididunt ut labore et dolore magna aliqua. Ut enim ad minim veniam.</a:t>
            </a:r>
          </a:p>
        </p:txBody>
      </p:sp>
      <p:sp>
        <p:nvSpPr>
          <p:cNvPr name="TextBox 18" id="18"/>
          <p:cNvSpPr txBox="true"/>
          <p:nvPr/>
        </p:nvSpPr>
        <p:spPr>
          <a:xfrm rot="0">
            <a:off x="9265760" y="2058982"/>
            <a:ext cx="3286993" cy="679450"/>
          </a:xfrm>
          <a:prstGeom prst="rect">
            <a:avLst/>
          </a:prstGeom>
        </p:spPr>
        <p:txBody>
          <a:bodyPr anchor="t" rtlCol="false" tIns="0" lIns="0" bIns="0" rIns="0">
            <a:spAutoFit/>
          </a:bodyPr>
          <a:lstStyle/>
          <a:p>
            <a:pPr algn="ctr" marL="0" indent="0" lvl="0">
              <a:lnSpc>
                <a:spcPts val="5599"/>
              </a:lnSpc>
              <a:spcBef>
                <a:spcPct val="0"/>
              </a:spcBef>
            </a:pPr>
            <a:r>
              <a:rPr lang="en-US" b="true" sz="3999" spc="23">
                <a:solidFill>
                  <a:srgbClr val="185079"/>
                </a:solidFill>
                <a:latin typeface="Open Sauce Bold"/>
                <a:ea typeface="Open Sauce Bold"/>
                <a:cs typeface="Open Sauce Bold"/>
                <a:sym typeface="Open Sauce Bold"/>
              </a:rPr>
              <a:t>01</a:t>
            </a:r>
          </a:p>
        </p:txBody>
      </p:sp>
      <p:sp>
        <p:nvSpPr>
          <p:cNvPr name="TextBox 19" id="19"/>
          <p:cNvSpPr txBox="true"/>
          <p:nvPr/>
        </p:nvSpPr>
        <p:spPr>
          <a:xfrm rot="0">
            <a:off x="13679650" y="2872649"/>
            <a:ext cx="2866788" cy="1589721"/>
          </a:xfrm>
          <a:prstGeom prst="rect">
            <a:avLst/>
          </a:prstGeom>
        </p:spPr>
        <p:txBody>
          <a:bodyPr anchor="t" rtlCol="false" tIns="0" lIns="0" bIns="0" rIns="0">
            <a:spAutoFit/>
          </a:bodyPr>
          <a:lstStyle/>
          <a:p>
            <a:pPr algn="ctr">
              <a:lnSpc>
                <a:spcPts val="2152"/>
              </a:lnSpc>
              <a:spcBef>
                <a:spcPct val="0"/>
              </a:spcBef>
            </a:pPr>
            <a:r>
              <a:rPr lang="en-US" sz="1537">
                <a:solidFill>
                  <a:srgbClr val="185079"/>
                </a:solidFill>
                <a:latin typeface="Open Sauce"/>
                <a:ea typeface="Open Sauce"/>
                <a:cs typeface="Open Sauce"/>
                <a:sym typeface="Open Sauce"/>
              </a:rPr>
              <a:t>Lorem ipsum dolor sit amet, consectetur adipiscing elit, sed do eiusmod tempor incididunt ut labore et dolore magna aliqua. Ut enim ad minim veniam.</a:t>
            </a:r>
          </a:p>
        </p:txBody>
      </p:sp>
      <p:sp>
        <p:nvSpPr>
          <p:cNvPr name="TextBox 20" id="20"/>
          <p:cNvSpPr txBox="true"/>
          <p:nvPr/>
        </p:nvSpPr>
        <p:spPr>
          <a:xfrm rot="0">
            <a:off x="13469547" y="2058982"/>
            <a:ext cx="3286993" cy="679450"/>
          </a:xfrm>
          <a:prstGeom prst="rect">
            <a:avLst/>
          </a:prstGeom>
        </p:spPr>
        <p:txBody>
          <a:bodyPr anchor="t" rtlCol="false" tIns="0" lIns="0" bIns="0" rIns="0">
            <a:spAutoFit/>
          </a:bodyPr>
          <a:lstStyle/>
          <a:p>
            <a:pPr algn="ctr" marL="0" indent="0" lvl="0">
              <a:lnSpc>
                <a:spcPts val="5599"/>
              </a:lnSpc>
              <a:spcBef>
                <a:spcPct val="0"/>
              </a:spcBef>
            </a:pPr>
            <a:r>
              <a:rPr lang="en-US" b="true" sz="3999" spc="23">
                <a:solidFill>
                  <a:srgbClr val="185079"/>
                </a:solidFill>
                <a:latin typeface="Open Sauce Bold"/>
                <a:ea typeface="Open Sauce Bold"/>
                <a:cs typeface="Open Sauce Bold"/>
                <a:sym typeface="Open Sauce Bold"/>
              </a:rPr>
              <a:t>02</a:t>
            </a:r>
          </a:p>
        </p:txBody>
      </p:sp>
      <p:sp>
        <p:nvSpPr>
          <p:cNvPr name="TextBox 21" id="21"/>
          <p:cNvSpPr txBox="true"/>
          <p:nvPr/>
        </p:nvSpPr>
        <p:spPr>
          <a:xfrm rot="0">
            <a:off x="9475862" y="6474374"/>
            <a:ext cx="2866788" cy="1589721"/>
          </a:xfrm>
          <a:prstGeom prst="rect">
            <a:avLst/>
          </a:prstGeom>
        </p:spPr>
        <p:txBody>
          <a:bodyPr anchor="t" rtlCol="false" tIns="0" lIns="0" bIns="0" rIns="0">
            <a:spAutoFit/>
          </a:bodyPr>
          <a:lstStyle/>
          <a:p>
            <a:pPr algn="ctr">
              <a:lnSpc>
                <a:spcPts val="2152"/>
              </a:lnSpc>
              <a:spcBef>
                <a:spcPct val="0"/>
              </a:spcBef>
            </a:pPr>
            <a:r>
              <a:rPr lang="en-US" sz="1537">
                <a:solidFill>
                  <a:srgbClr val="FBF6F1"/>
                </a:solidFill>
                <a:latin typeface="Open Sauce"/>
                <a:ea typeface="Open Sauce"/>
                <a:cs typeface="Open Sauce"/>
                <a:sym typeface="Open Sauce"/>
              </a:rPr>
              <a:t>Lorem ipsum dolor sit amet, consectetur adipiscing elit, sed do eiusmod tempor incididunt ut labore et dolore magna aliqua. Ut enim ad minim veniam.</a:t>
            </a:r>
          </a:p>
        </p:txBody>
      </p:sp>
      <p:sp>
        <p:nvSpPr>
          <p:cNvPr name="TextBox 22" id="22"/>
          <p:cNvSpPr txBox="true"/>
          <p:nvPr/>
        </p:nvSpPr>
        <p:spPr>
          <a:xfrm rot="0">
            <a:off x="9265760" y="5660708"/>
            <a:ext cx="3286993" cy="679450"/>
          </a:xfrm>
          <a:prstGeom prst="rect">
            <a:avLst/>
          </a:prstGeom>
        </p:spPr>
        <p:txBody>
          <a:bodyPr anchor="t" rtlCol="false" tIns="0" lIns="0" bIns="0" rIns="0">
            <a:spAutoFit/>
          </a:bodyPr>
          <a:lstStyle/>
          <a:p>
            <a:pPr algn="ctr" marL="0" indent="0" lvl="0">
              <a:lnSpc>
                <a:spcPts val="5599"/>
              </a:lnSpc>
              <a:spcBef>
                <a:spcPct val="0"/>
              </a:spcBef>
            </a:pPr>
            <a:r>
              <a:rPr lang="en-US" b="true" sz="3999" spc="23">
                <a:solidFill>
                  <a:srgbClr val="FBF6F1"/>
                </a:solidFill>
                <a:latin typeface="Open Sauce Bold"/>
                <a:ea typeface="Open Sauce Bold"/>
                <a:cs typeface="Open Sauce Bold"/>
                <a:sym typeface="Open Sauce Bold"/>
              </a:rPr>
              <a:t>03</a:t>
            </a:r>
          </a:p>
        </p:txBody>
      </p:sp>
      <p:sp>
        <p:nvSpPr>
          <p:cNvPr name="TextBox 23" id="23"/>
          <p:cNvSpPr txBox="true"/>
          <p:nvPr/>
        </p:nvSpPr>
        <p:spPr>
          <a:xfrm rot="0">
            <a:off x="13679650" y="6474374"/>
            <a:ext cx="2866788" cy="1589721"/>
          </a:xfrm>
          <a:prstGeom prst="rect">
            <a:avLst/>
          </a:prstGeom>
        </p:spPr>
        <p:txBody>
          <a:bodyPr anchor="t" rtlCol="false" tIns="0" lIns="0" bIns="0" rIns="0">
            <a:spAutoFit/>
          </a:bodyPr>
          <a:lstStyle/>
          <a:p>
            <a:pPr algn="ctr">
              <a:lnSpc>
                <a:spcPts val="2152"/>
              </a:lnSpc>
              <a:spcBef>
                <a:spcPct val="0"/>
              </a:spcBef>
            </a:pPr>
            <a:r>
              <a:rPr lang="en-US" sz="1537">
                <a:solidFill>
                  <a:srgbClr val="FBF6F1"/>
                </a:solidFill>
                <a:latin typeface="Open Sauce"/>
                <a:ea typeface="Open Sauce"/>
                <a:cs typeface="Open Sauce"/>
                <a:sym typeface="Open Sauce"/>
              </a:rPr>
              <a:t>Lorem ipsum dolor sit amet, consectetur adipiscing elit, sed do eiusmod tempor incididunt ut labore et dolore magna aliqua. Ut enim ad minim veniam.</a:t>
            </a:r>
          </a:p>
        </p:txBody>
      </p:sp>
      <p:sp>
        <p:nvSpPr>
          <p:cNvPr name="TextBox 24" id="24"/>
          <p:cNvSpPr txBox="true"/>
          <p:nvPr/>
        </p:nvSpPr>
        <p:spPr>
          <a:xfrm rot="0">
            <a:off x="13469547" y="5660708"/>
            <a:ext cx="3286993" cy="679450"/>
          </a:xfrm>
          <a:prstGeom prst="rect">
            <a:avLst/>
          </a:prstGeom>
        </p:spPr>
        <p:txBody>
          <a:bodyPr anchor="t" rtlCol="false" tIns="0" lIns="0" bIns="0" rIns="0">
            <a:spAutoFit/>
          </a:bodyPr>
          <a:lstStyle/>
          <a:p>
            <a:pPr algn="ctr" marL="0" indent="0" lvl="0">
              <a:lnSpc>
                <a:spcPts val="5599"/>
              </a:lnSpc>
              <a:spcBef>
                <a:spcPct val="0"/>
              </a:spcBef>
            </a:pPr>
            <a:r>
              <a:rPr lang="en-US" b="true" sz="3999" spc="23">
                <a:solidFill>
                  <a:srgbClr val="FBF6F1"/>
                </a:solidFill>
                <a:latin typeface="Open Sauce Bold"/>
                <a:ea typeface="Open Sauce Bold"/>
                <a:cs typeface="Open Sauce Bold"/>
                <a:sym typeface="Open Sauce Bold"/>
              </a:rPr>
              <a:t>04</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7181" t="-19076" r="-3000" b="-11427"/>
            </a:stretch>
          </a:blipFill>
        </p:spPr>
      </p:sp>
      <p:sp>
        <p:nvSpPr>
          <p:cNvPr name="TextBox 3" id="3"/>
          <p:cNvSpPr txBox="true"/>
          <p:nvPr/>
        </p:nvSpPr>
        <p:spPr>
          <a:xfrm rot="0">
            <a:off x="10521500" y="2568318"/>
            <a:ext cx="6737800" cy="2193497"/>
          </a:xfrm>
          <a:prstGeom prst="rect">
            <a:avLst/>
          </a:prstGeom>
        </p:spPr>
        <p:txBody>
          <a:bodyPr anchor="t" rtlCol="false" tIns="0" lIns="0" bIns="0" rIns="0">
            <a:spAutoFit/>
          </a:bodyPr>
          <a:lstStyle/>
          <a:p>
            <a:pPr algn="l" marL="0" indent="0" lvl="0">
              <a:lnSpc>
                <a:spcPts val="8550"/>
              </a:lnSpc>
              <a:spcBef>
                <a:spcPct val="0"/>
              </a:spcBef>
            </a:pPr>
            <a:r>
              <a:rPr lang="en-US" b="true" sz="7917" spc="-467">
                <a:solidFill>
                  <a:srgbClr val="185079"/>
                </a:solidFill>
                <a:latin typeface="Open Sauce Semi-Bold"/>
                <a:ea typeface="Open Sauce Semi-Bold"/>
                <a:cs typeface="Open Sauce Semi-Bold"/>
                <a:sym typeface="Open Sauce Semi-Bold"/>
              </a:rPr>
              <a:t>COMP</a:t>
            </a:r>
            <a:r>
              <a:rPr lang="en-US" b="true" sz="7917" spc="-467" strike="noStrike" u="none">
                <a:solidFill>
                  <a:srgbClr val="185079"/>
                </a:solidFill>
                <a:latin typeface="Open Sauce Semi-Bold"/>
                <a:ea typeface="Open Sauce Semi-Bold"/>
                <a:cs typeface="Open Sauce Semi-Bold"/>
                <a:sym typeface="Open Sauce Semi-Bold"/>
              </a:rPr>
              <a:t>ETITIVE ANALYSIS</a:t>
            </a:r>
          </a:p>
        </p:txBody>
      </p:sp>
      <p:sp>
        <p:nvSpPr>
          <p:cNvPr name="TextBox 4" id="4"/>
          <p:cNvSpPr txBox="true"/>
          <p:nvPr/>
        </p:nvSpPr>
        <p:spPr>
          <a:xfrm rot="0">
            <a:off x="10521500" y="4992627"/>
            <a:ext cx="6248586" cy="2821305"/>
          </a:xfrm>
          <a:prstGeom prst="rect">
            <a:avLst/>
          </a:prstGeom>
        </p:spPr>
        <p:txBody>
          <a:bodyPr anchor="t" rtlCol="false" tIns="0" lIns="0" bIns="0" rIns="0">
            <a:spAutoFit/>
          </a:bodyPr>
          <a:lstStyle/>
          <a:p>
            <a:pPr algn="l" marL="0" indent="0" lvl="0">
              <a:lnSpc>
                <a:spcPts val="2520"/>
              </a:lnSpc>
              <a:spcBef>
                <a:spcPct val="0"/>
              </a:spcBef>
            </a:pPr>
            <a:r>
              <a:rPr lang="en-US" b="true" sz="1800" strike="noStrike" u="none">
                <a:solidFill>
                  <a:srgbClr val="185079"/>
                </a:solidFill>
                <a:latin typeface="Open Sauce Bold"/>
                <a:ea typeface="Open Sauce Bold"/>
                <a:cs typeface="Open Sauce Bold"/>
                <a:sym typeface="Open Sauce Bold"/>
              </a:rPr>
              <a:t>Lorem ipsum dolor sit amet, consectetur adipiscing elit, sed do eiusmod tempor incididunt ut labore et dolore magna aliqua. Ut enim ad minim veniam, quis nostrud exercitation ullamco laboris nisi ut aliquip ex ea commodo consequat.</a:t>
            </a:r>
          </a:p>
          <a:p>
            <a:pPr algn="l" marL="0" indent="0" lvl="0">
              <a:lnSpc>
                <a:spcPts val="2520"/>
              </a:lnSpc>
              <a:spcBef>
                <a:spcPct val="0"/>
              </a:spcBef>
            </a:pPr>
            <a:r>
              <a:rPr lang="en-US" b="true" sz="1800" strike="noStrike" u="none">
                <a:solidFill>
                  <a:srgbClr val="185079"/>
                </a:solidFill>
                <a:latin typeface="Open Sauce Bold"/>
                <a:ea typeface="Open Sauce Bold"/>
                <a:cs typeface="Open Sauce Bold"/>
                <a:sym typeface="Open Sauce Bold"/>
              </a:rPr>
              <a:t>Duis aute irure dolor in reprehenderit in voluptate velit esse cillum dolore eu fugiat nulla pariatur. Excepteur sint occaecat cupidatat non proident, sunt in culpa qui officia deserunt mollit anim id est laborum.</a:t>
            </a:r>
          </a:p>
        </p:txBody>
      </p:sp>
      <p:pic>
        <p:nvPicPr>
          <p:cNvPr name="Picture 5" id="5"/>
          <p:cNvPicPr>
            <a:picLocks noChangeAspect="true"/>
          </p:cNvPicPr>
          <p:nvPr/>
        </p:nvPicPr>
        <p:blipFill>
          <a:blip r:embed="rId3"/>
          <a:stretch>
            <a:fillRect/>
          </a:stretch>
        </p:blipFill>
        <p:spPr>
          <a:xfrm rot="0">
            <a:off x="967850" y="1333977"/>
            <a:ext cx="8919437" cy="7619047"/>
          </a:xfrm>
          <a:prstGeom prst="rect">
            <a:avLst/>
          </a:prstGeom>
        </p:spPr>
      </p:pic>
      <p:sp>
        <p:nvSpPr>
          <p:cNvPr name="Freeform 6" id="6"/>
          <p:cNvSpPr/>
          <p:nvPr/>
        </p:nvSpPr>
        <p:spPr>
          <a:xfrm flipH="false" flipV="false" rot="0">
            <a:off x="-8153289" y="4936437"/>
            <a:ext cx="15919790" cy="13575239"/>
          </a:xfrm>
          <a:custGeom>
            <a:avLst/>
            <a:gdLst/>
            <a:ahLst/>
            <a:cxnLst/>
            <a:rect r="r" b="b" t="t" l="l"/>
            <a:pathLst>
              <a:path h="13575239" w="15919790">
                <a:moveTo>
                  <a:pt x="0" y="0"/>
                </a:moveTo>
                <a:lnTo>
                  <a:pt x="15919789" y="0"/>
                </a:lnTo>
                <a:lnTo>
                  <a:pt x="15919789" y="13575239"/>
                </a:lnTo>
                <a:lnTo>
                  <a:pt x="0" y="13575239"/>
                </a:lnTo>
                <a:lnTo>
                  <a:pt x="0" y="0"/>
                </a:lnTo>
                <a:close/>
              </a:path>
            </a:pathLst>
          </a:custGeom>
          <a:blipFill>
            <a:blip r:embed="rId4"/>
            <a:stretch>
              <a:fillRect l="0" t="0" r="0" b="0"/>
            </a:stretch>
          </a:blipFill>
        </p:spPr>
      </p:sp>
      <p:sp>
        <p:nvSpPr>
          <p:cNvPr name="Freeform 7" id="7"/>
          <p:cNvSpPr/>
          <p:nvPr/>
        </p:nvSpPr>
        <p:spPr>
          <a:xfrm flipH="false" flipV="false" rot="0">
            <a:off x="11275201" y="-7726307"/>
            <a:ext cx="15919790" cy="13575239"/>
          </a:xfrm>
          <a:custGeom>
            <a:avLst/>
            <a:gdLst/>
            <a:ahLst/>
            <a:cxnLst/>
            <a:rect r="r" b="b" t="t" l="l"/>
            <a:pathLst>
              <a:path h="13575239" w="15919790">
                <a:moveTo>
                  <a:pt x="0" y="0"/>
                </a:moveTo>
                <a:lnTo>
                  <a:pt x="15919790" y="0"/>
                </a:lnTo>
                <a:lnTo>
                  <a:pt x="15919790" y="13575239"/>
                </a:lnTo>
                <a:lnTo>
                  <a:pt x="0" y="13575239"/>
                </a:lnTo>
                <a:lnTo>
                  <a:pt x="0" y="0"/>
                </a:lnTo>
                <a:close/>
              </a:path>
            </a:pathLst>
          </a:custGeom>
          <a:blipFill>
            <a:blip r:embed="rId4"/>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7181" t="-19076" r="-3000" b="-11427"/>
            </a:stretch>
          </a:blipFill>
        </p:spPr>
      </p:sp>
      <p:sp>
        <p:nvSpPr>
          <p:cNvPr name="TextBox 3" id="3"/>
          <p:cNvSpPr txBox="true"/>
          <p:nvPr/>
        </p:nvSpPr>
        <p:spPr>
          <a:xfrm rot="0">
            <a:off x="1590489" y="2725480"/>
            <a:ext cx="8718743" cy="2193497"/>
          </a:xfrm>
          <a:prstGeom prst="rect">
            <a:avLst/>
          </a:prstGeom>
        </p:spPr>
        <p:txBody>
          <a:bodyPr anchor="t" rtlCol="false" tIns="0" lIns="0" bIns="0" rIns="0">
            <a:spAutoFit/>
          </a:bodyPr>
          <a:lstStyle/>
          <a:p>
            <a:pPr algn="l" marL="0" indent="0" lvl="0">
              <a:lnSpc>
                <a:spcPts val="8550"/>
              </a:lnSpc>
              <a:spcBef>
                <a:spcPct val="0"/>
              </a:spcBef>
            </a:pPr>
            <a:r>
              <a:rPr lang="en-US" b="true" sz="7917" spc="-467">
                <a:solidFill>
                  <a:srgbClr val="185079"/>
                </a:solidFill>
                <a:latin typeface="Open Sauce Semi-Bold"/>
                <a:ea typeface="Open Sauce Semi-Bold"/>
                <a:cs typeface="Open Sauce Semi-Bold"/>
                <a:sym typeface="Open Sauce Semi-Bold"/>
              </a:rPr>
              <a:t>MA</a:t>
            </a:r>
            <a:r>
              <a:rPr lang="en-US" b="true" sz="7917" spc="-467" strike="noStrike" u="none">
                <a:solidFill>
                  <a:srgbClr val="185079"/>
                </a:solidFill>
                <a:latin typeface="Open Sauce Semi-Bold"/>
                <a:ea typeface="Open Sauce Semi-Bold"/>
                <a:cs typeface="Open Sauce Semi-Bold"/>
                <a:sym typeface="Open Sauce Semi-Bold"/>
              </a:rPr>
              <a:t>RKETING &amp; SALE</a:t>
            </a:r>
            <a:r>
              <a:rPr lang="en-US" b="true" sz="7917" spc="-467" strike="noStrike" u="none">
                <a:solidFill>
                  <a:srgbClr val="185079"/>
                </a:solidFill>
                <a:latin typeface="Open Sauce Semi-Bold"/>
                <a:ea typeface="Open Sauce Semi-Bold"/>
                <a:cs typeface="Open Sauce Semi-Bold"/>
                <a:sym typeface="Open Sauce Semi-Bold"/>
              </a:rPr>
              <a:t>S STRAT</a:t>
            </a:r>
            <a:r>
              <a:rPr lang="en-US" b="true" sz="7917" spc="-467" strike="noStrike" u="none">
                <a:solidFill>
                  <a:srgbClr val="185079"/>
                </a:solidFill>
                <a:latin typeface="Open Sauce Semi-Bold"/>
                <a:ea typeface="Open Sauce Semi-Bold"/>
                <a:cs typeface="Open Sauce Semi-Bold"/>
                <a:sym typeface="Open Sauce Semi-Bold"/>
              </a:rPr>
              <a:t>EGY</a:t>
            </a:r>
          </a:p>
        </p:txBody>
      </p:sp>
      <p:sp>
        <p:nvSpPr>
          <p:cNvPr name="TextBox 4" id="4"/>
          <p:cNvSpPr txBox="true"/>
          <p:nvPr/>
        </p:nvSpPr>
        <p:spPr>
          <a:xfrm rot="0">
            <a:off x="1590489" y="5149790"/>
            <a:ext cx="7134466" cy="2506980"/>
          </a:xfrm>
          <a:prstGeom prst="rect">
            <a:avLst/>
          </a:prstGeom>
        </p:spPr>
        <p:txBody>
          <a:bodyPr anchor="t" rtlCol="false" tIns="0" lIns="0" bIns="0" rIns="0">
            <a:spAutoFit/>
          </a:bodyPr>
          <a:lstStyle/>
          <a:p>
            <a:pPr algn="l" marL="0" indent="0" lvl="0">
              <a:lnSpc>
                <a:spcPts val="2520"/>
              </a:lnSpc>
              <a:spcBef>
                <a:spcPct val="0"/>
              </a:spcBef>
            </a:pPr>
            <a:r>
              <a:rPr lang="en-US" b="true" sz="1800" strike="noStrike" u="none">
                <a:solidFill>
                  <a:srgbClr val="185079"/>
                </a:solidFill>
                <a:latin typeface="Open Sauce Bold"/>
                <a:ea typeface="Open Sauce Bold"/>
                <a:cs typeface="Open Sauce Bold"/>
                <a:sym typeface="Open Sauce Bold"/>
              </a:rPr>
              <a:t>Lorem ipsum dolor sit amet, consectetur adipiscing elit, sed do eiusmod tempor incididunt ut labore et dolore magna aliqua. Ut enim ad minim veniam, quis nostrud exercitation ullamco laboris nisi ut aliquip ex ea commodo consequat.</a:t>
            </a:r>
          </a:p>
          <a:p>
            <a:pPr algn="l" marL="0" indent="0" lvl="0">
              <a:lnSpc>
                <a:spcPts val="2520"/>
              </a:lnSpc>
              <a:spcBef>
                <a:spcPct val="0"/>
              </a:spcBef>
            </a:pPr>
            <a:r>
              <a:rPr lang="en-US" b="true" sz="1800" strike="noStrike" u="none">
                <a:solidFill>
                  <a:srgbClr val="185079"/>
                </a:solidFill>
                <a:latin typeface="Open Sauce Bold"/>
                <a:ea typeface="Open Sauce Bold"/>
                <a:cs typeface="Open Sauce Bold"/>
                <a:sym typeface="Open Sauce Bold"/>
              </a:rPr>
              <a:t>Duis aute irure dolor in reprehenderit in voluptate velit esse cillum dolore eu fugiat nulla pariatur. Excepteur sint occaecat cupidatat non proident, sunt in culpa qui officia deserunt mollit anim id est laborum.</a:t>
            </a:r>
          </a:p>
        </p:txBody>
      </p:sp>
      <p:sp>
        <p:nvSpPr>
          <p:cNvPr name="Freeform 5" id="5"/>
          <p:cNvSpPr/>
          <p:nvPr/>
        </p:nvSpPr>
        <p:spPr>
          <a:xfrm flipH="false" flipV="false" rot="0">
            <a:off x="-8153289" y="4936437"/>
            <a:ext cx="15919790" cy="13575239"/>
          </a:xfrm>
          <a:custGeom>
            <a:avLst/>
            <a:gdLst/>
            <a:ahLst/>
            <a:cxnLst/>
            <a:rect r="r" b="b" t="t" l="l"/>
            <a:pathLst>
              <a:path h="13575239" w="15919790">
                <a:moveTo>
                  <a:pt x="0" y="0"/>
                </a:moveTo>
                <a:lnTo>
                  <a:pt x="15919789" y="0"/>
                </a:lnTo>
                <a:lnTo>
                  <a:pt x="15919789" y="13575239"/>
                </a:lnTo>
                <a:lnTo>
                  <a:pt x="0" y="13575239"/>
                </a:lnTo>
                <a:lnTo>
                  <a:pt x="0" y="0"/>
                </a:lnTo>
                <a:close/>
              </a:path>
            </a:pathLst>
          </a:custGeom>
          <a:blipFill>
            <a:blip r:embed="rId3"/>
            <a:stretch>
              <a:fillRect l="0" t="0" r="0" b="0"/>
            </a:stretch>
          </a:blipFill>
        </p:spPr>
      </p:sp>
      <p:sp>
        <p:nvSpPr>
          <p:cNvPr name="Freeform 6" id="6"/>
          <p:cNvSpPr/>
          <p:nvPr/>
        </p:nvSpPr>
        <p:spPr>
          <a:xfrm flipH="false" flipV="false" rot="0">
            <a:off x="11275201" y="-7726307"/>
            <a:ext cx="15919790" cy="13575239"/>
          </a:xfrm>
          <a:custGeom>
            <a:avLst/>
            <a:gdLst/>
            <a:ahLst/>
            <a:cxnLst/>
            <a:rect r="r" b="b" t="t" l="l"/>
            <a:pathLst>
              <a:path h="13575239" w="15919790">
                <a:moveTo>
                  <a:pt x="0" y="0"/>
                </a:moveTo>
                <a:lnTo>
                  <a:pt x="15919790" y="0"/>
                </a:lnTo>
                <a:lnTo>
                  <a:pt x="15919790" y="13575239"/>
                </a:lnTo>
                <a:lnTo>
                  <a:pt x="0" y="13575239"/>
                </a:lnTo>
                <a:lnTo>
                  <a:pt x="0" y="0"/>
                </a:lnTo>
                <a:close/>
              </a:path>
            </a:pathLst>
          </a:custGeom>
          <a:blipFill>
            <a:blip r:embed="rId3"/>
            <a:stretch>
              <a:fillRect l="0" t="0" r="0" b="0"/>
            </a:stretch>
          </a:blipFill>
        </p:spPr>
      </p:sp>
      <p:grpSp>
        <p:nvGrpSpPr>
          <p:cNvPr name="Group 7" id="7"/>
          <p:cNvGrpSpPr/>
          <p:nvPr/>
        </p:nvGrpSpPr>
        <p:grpSpPr>
          <a:xfrm rot="0">
            <a:off x="10660556" y="1028700"/>
            <a:ext cx="6255889" cy="8229600"/>
            <a:chOff x="0" y="0"/>
            <a:chExt cx="812800" cy="1069236"/>
          </a:xfrm>
        </p:grpSpPr>
        <p:sp>
          <p:nvSpPr>
            <p:cNvPr name="Freeform 8" id="8"/>
            <p:cNvSpPr/>
            <p:nvPr/>
          </p:nvSpPr>
          <p:spPr>
            <a:xfrm flipH="false" flipV="false" rot="0">
              <a:off x="0" y="0"/>
              <a:ext cx="812800" cy="1069236"/>
            </a:xfrm>
            <a:custGeom>
              <a:avLst/>
              <a:gdLst/>
              <a:ahLst/>
              <a:cxnLst/>
              <a:rect r="r" b="b" t="t" l="l"/>
              <a:pathLst>
                <a:path h="1069236" w="812800">
                  <a:moveTo>
                    <a:pt x="28463" y="0"/>
                  </a:moveTo>
                  <a:lnTo>
                    <a:pt x="784337" y="0"/>
                  </a:lnTo>
                  <a:cubicBezTo>
                    <a:pt x="800056" y="0"/>
                    <a:pt x="812800" y="12744"/>
                    <a:pt x="812800" y="28463"/>
                  </a:cubicBezTo>
                  <a:lnTo>
                    <a:pt x="812800" y="1040772"/>
                  </a:lnTo>
                  <a:cubicBezTo>
                    <a:pt x="812800" y="1056492"/>
                    <a:pt x="800056" y="1069236"/>
                    <a:pt x="784337" y="1069236"/>
                  </a:cubicBezTo>
                  <a:lnTo>
                    <a:pt x="28463" y="1069236"/>
                  </a:lnTo>
                  <a:cubicBezTo>
                    <a:pt x="12744" y="1069236"/>
                    <a:pt x="0" y="1056492"/>
                    <a:pt x="0" y="1040772"/>
                  </a:cubicBezTo>
                  <a:lnTo>
                    <a:pt x="0" y="28463"/>
                  </a:lnTo>
                  <a:cubicBezTo>
                    <a:pt x="0" y="12744"/>
                    <a:pt x="12744" y="0"/>
                    <a:pt x="28463" y="0"/>
                  </a:cubicBezTo>
                  <a:close/>
                </a:path>
              </a:pathLst>
            </a:custGeom>
            <a:blipFill>
              <a:blip r:embed="rId4"/>
              <a:stretch>
                <a:fillRect l="-60083" t="0" r="-60083" b="0"/>
              </a:stretch>
            </a:blipFill>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7181" t="-19076" r="-3000" b="-11427"/>
            </a:stretch>
          </a:blipFill>
        </p:spPr>
      </p:sp>
      <p:sp>
        <p:nvSpPr>
          <p:cNvPr name="TextBox 3" id="3"/>
          <p:cNvSpPr txBox="true"/>
          <p:nvPr/>
        </p:nvSpPr>
        <p:spPr>
          <a:xfrm rot="0">
            <a:off x="3337017" y="1504900"/>
            <a:ext cx="11613966" cy="1111257"/>
          </a:xfrm>
          <a:prstGeom prst="rect">
            <a:avLst/>
          </a:prstGeom>
        </p:spPr>
        <p:txBody>
          <a:bodyPr anchor="t" rtlCol="false" tIns="0" lIns="0" bIns="0" rIns="0">
            <a:spAutoFit/>
          </a:bodyPr>
          <a:lstStyle/>
          <a:p>
            <a:pPr algn="ctr" marL="0" indent="0" lvl="0">
              <a:lnSpc>
                <a:spcPts val="8550"/>
              </a:lnSpc>
              <a:spcBef>
                <a:spcPct val="0"/>
              </a:spcBef>
            </a:pPr>
            <a:r>
              <a:rPr lang="en-US" b="true" sz="7917" spc="-467">
                <a:solidFill>
                  <a:srgbClr val="185079"/>
                </a:solidFill>
                <a:latin typeface="Open Sauce Semi-Bold"/>
                <a:ea typeface="Open Sauce Semi-Bold"/>
                <a:cs typeface="Open Sauce Semi-Bold"/>
                <a:sym typeface="Open Sauce Semi-Bold"/>
              </a:rPr>
              <a:t>IMPL</a:t>
            </a:r>
            <a:r>
              <a:rPr lang="en-US" b="true" sz="7917" spc="-467" strike="noStrike" u="none">
                <a:solidFill>
                  <a:srgbClr val="185079"/>
                </a:solidFill>
                <a:latin typeface="Open Sauce Semi-Bold"/>
                <a:ea typeface="Open Sauce Semi-Bold"/>
                <a:cs typeface="Open Sauce Semi-Bold"/>
                <a:sym typeface="Open Sauce Semi-Bold"/>
              </a:rPr>
              <a:t>EMENTATION PLA</a:t>
            </a:r>
            <a:r>
              <a:rPr lang="en-US" b="true" sz="7917" spc="-467" strike="noStrike" u="none">
                <a:solidFill>
                  <a:srgbClr val="185079"/>
                </a:solidFill>
                <a:latin typeface="Open Sauce Semi-Bold"/>
                <a:ea typeface="Open Sauce Semi-Bold"/>
                <a:cs typeface="Open Sauce Semi-Bold"/>
                <a:sym typeface="Open Sauce Semi-Bold"/>
              </a:rPr>
              <a:t>N</a:t>
            </a:r>
          </a:p>
        </p:txBody>
      </p:sp>
      <p:sp>
        <p:nvSpPr>
          <p:cNvPr name="TextBox 4" id="4"/>
          <p:cNvSpPr txBox="true"/>
          <p:nvPr/>
        </p:nvSpPr>
        <p:spPr>
          <a:xfrm rot="0">
            <a:off x="3691063" y="2810407"/>
            <a:ext cx="10905875" cy="1878330"/>
          </a:xfrm>
          <a:prstGeom prst="rect">
            <a:avLst/>
          </a:prstGeom>
        </p:spPr>
        <p:txBody>
          <a:bodyPr anchor="t" rtlCol="false" tIns="0" lIns="0" bIns="0" rIns="0">
            <a:spAutoFit/>
          </a:bodyPr>
          <a:lstStyle/>
          <a:p>
            <a:pPr algn="ctr" marL="0" indent="0" lvl="0">
              <a:lnSpc>
                <a:spcPts val="2520"/>
              </a:lnSpc>
              <a:spcBef>
                <a:spcPct val="0"/>
              </a:spcBef>
            </a:pPr>
            <a:r>
              <a:rPr lang="en-US" b="true" sz="1800" strike="noStrike" u="none">
                <a:solidFill>
                  <a:srgbClr val="185079"/>
                </a:solidFill>
                <a:latin typeface="Open Sauce Bold"/>
                <a:ea typeface="Open Sauce Bold"/>
                <a:cs typeface="Open Sauce Bold"/>
                <a:sym typeface="Open Sauce Bold"/>
              </a:rPr>
              <a:t>Lorem ipsum dolor sit amet, consectetur adipiscing elit, sed do eiusmod tempor incididunt ut labore et dolore magna aliqua. Ut enim ad minim veniam, quis nostrud exercitation ullamco laboris nisi ut aliquip ex ea commodo consequat.</a:t>
            </a:r>
          </a:p>
          <a:p>
            <a:pPr algn="ctr" marL="0" indent="0" lvl="0">
              <a:lnSpc>
                <a:spcPts val="2520"/>
              </a:lnSpc>
              <a:spcBef>
                <a:spcPct val="0"/>
              </a:spcBef>
            </a:pPr>
            <a:r>
              <a:rPr lang="en-US" b="true" sz="1800" strike="noStrike" u="none">
                <a:solidFill>
                  <a:srgbClr val="185079"/>
                </a:solidFill>
                <a:latin typeface="Open Sauce Bold"/>
                <a:ea typeface="Open Sauce Bold"/>
                <a:cs typeface="Open Sauce Bold"/>
                <a:sym typeface="Open Sauce Bold"/>
              </a:rPr>
              <a:t>Duis aute irure dolor in reprehenderit in voluptate velit esse cillum dolore eu fugiat nulla pariatur. Excepteur sint occaecat cupidatat non proident, sunt in culpa qui officia deserunt mollit anim id est laborum.</a:t>
            </a:r>
          </a:p>
        </p:txBody>
      </p:sp>
      <p:sp>
        <p:nvSpPr>
          <p:cNvPr name="Freeform 5" id="5"/>
          <p:cNvSpPr/>
          <p:nvPr/>
        </p:nvSpPr>
        <p:spPr>
          <a:xfrm flipH="false" flipV="false" rot="0">
            <a:off x="-8153289" y="-8092067"/>
            <a:ext cx="15919790" cy="13575239"/>
          </a:xfrm>
          <a:custGeom>
            <a:avLst/>
            <a:gdLst/>
            <a:ahLst/>
            <a:cxnLst/>
            <a:rect r="r" b="b" t="t" l="l"/>
            <a:pathLst>
              <a:path h="13575239" w="15919790">
                <a:moveTo>
                  <a:pt x="0" y="0"/>
                </a:moveTo>
                <a:lnTo>
                  <a:pt x="15919789" y="0"/>
                </a:lnTo>
                <a:lnTo>
                  <a:pt x="15919789" y="13575239"/>
                </a:lnTo>
                <a:lnTo>
                  <a:pt x="0" y="13575239"/>
                </a:lnTo>
                <a:lnTo>
                  <a:pt x="0" y="0"/>
                </a:lnTo>
                <a:close/>
              </a:path>
            </a:pathLst>
          </a:custGeom>
          <a:blipFill>
            <a:blip r:embed="rId3"/>
            <a:stretch>
              <a:fillRect l="0" t="0" r="0" b="0"/>
            </a:stretch>
          </a:blipFill>
        </p:spPr>
      </p:sp>
      <p:sp>
        <p:nvSpPr>
          <p:cNvPr name="Freeform 6" id="6"/>
          <p:cNvSpPr/>
          <p:nvPr/>
        </p:nvSpPr>
        <p:spPr>
          <a:xfrm flipH="false" flipV="false" rot="0">
            <a:off x="11275201" y="4688737"/>
            <a:ext cx="15919790" cy="13575239"/>
          </a:xfrm>
          <a:custGeom>
            <a:avLst/>
            <a:gdLst/>
            <a:ahLst/>
            <a:cxnLst/>
            <a:rect r="r" b="b" t="t" l="l"/>
            <a:pathLst>
              <a:path h="13575239" w="15919790">
                <a:moveTo>
                  <a:pt x="0" y="0"/>
                </a:moveTo>
                <a:lnTo>
                  <a:pt x="15919790" y="0"/>
                </a:lnTo>
                <a:lnTo>
                  <a:pt x="15919790" y="13575239"/>
                </a:lnTo>
                <a:lnTo>
                  <a:pt x="0" y="13575239"/>
                </a:lnTo>
                <a:lnTo>
                  <a:pt x="0" y="0"/>
                </a:lnTo>
                <a:close/>
              </a:path>
            </a:pathLst>
          </a:custGeom>
          <a:blipFill>
            <a:blip r:embed="rId3"/>
            <a:stretch>
              <a:fillRect l="0" t="0" r="0" b="0"/>
            </a:stretch>
          </a:blipFill>
        </p:spPr>
      </p:sp>
      <p:grpSp>
        <p:nvGrpSpPr>
          <p:cNvPr name="Group 7" id="7"/>
          <p:cNvGrpSpPr/>
          <p:nvPr/>
        </p:nvGrpSpPr>
        <p:grpSpPr>
          <a:xfrm rot="0">
            <a:off x="1200128" y="5848932"/>
            <a:ext cx="15887745" cy="3409368"/>
            <a:chOff x="0" y="0"/>
            <a:chExt cx="2064225" cy="442964"/>
          </a:xfrm>
        </p:grpSpPr>
        <p:sp>
          <p:nvSpPr>
            <p:cNvPr name="Freeform 8" id="8"/>
            <p:cNvSpPr/>
            <p:nvPr/>
          </p:nvSpPr>
          <p:spPr>
            <a:xfrm flipH="false" flipV="false" rot="0">
              <a:off x="0" y="0"/>
              <a:ext cx="2064225" cy="442964"/>
            </a:xfrm>
            <a:custGeom>
              <a:avLst/>
              <a:gdLst/>
              <a:ahLst/>
              <a:cxnLst/>
              <a:rect r="r" b="b" t="t" l="l"/>
              <a:pathLst>
                <a:path h="442964" w="2064225">
                  <a:moveTo>
                    <a:pt x="11208" y="0"/>
                  </a:moveTo>
                  <a:lnTo>
                    <a:pt x="2053017" y="0"/>
                  </a:lnTo>
                  <a:cubicBezTo>
                    <a:pt x="2059207" y="0"/>
                    <a:pt x="2064225" y="5018"/>
                    <a:pt x="2064225" y="11208"/>
                  </a:cubicBezTo>
                  <a:lnTo>
                    <a:pt x="2064225" y="431756"/>
                  </a:lnTo>
                  <a:cubicBezTo>
                    <a:pt x="2064225" y="437946"/>
                    <a:pt x="2059207" y="442964"/>
                    <a:pt x="2053017" y="442964"/>
                  </a:cubicBezTo>
                  <a:lnTo>
                    <a:pt x="11208" y="442964"/>
                  </a:lnTo>
                  <a:cubicBezTo>
                    <a:pt x="5018" y="442964"/>
                    <a:pt x="0" y="437946"/>
                    <a:pt x="0" y="431756"/>
                  </a:cubicBezTo>
                  <a:lnTo>
                    <a:pt x="0" y="11208"/>
                  </a:lnTo>
                  <a:cubicBezTo>
                    <a:pt x="0" y="5018"/>
                    <a:pt x="5018" y="0"/>
                    <a:pt x="11208" y="0"/>
                  </a:cubicBezTo>
                  <a:close/>
                </a:path>
              </a:pathLst>
            </a:custGeom>
            <a:blipFill>
              <a:blip r:embed="rId4"/>
              <a:stretch>
                <a:fillRect l="0" t="-105051" r="0" b="-105051"/>
              </a:stretch>
            </a:blipFill>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7181" t="-19076" r="-3000" b="-11427"/>
            </a:stretch>
          </a:blipFill>
        </p:spPr>
      </p:sp>
      <p:grpSp>
        <p:nvGrpSpPr>
          <p:cNvPr name="Group 3" id="3"/>
          <p:cNvGrpSpPr/>
          <p:nvPr/>
        </p:nvGrpSpPr>
        <p:grpSpPr>
          <a:xfrm rot="0">
            <a:off x="775837" y="757775"/>
            <a:ext cx="16736327" cy="8771450"/>
            <a:chOff x="0" y="0"/>
            <a:chExt cx="4407921" cy="2310176"/>
          </a:xfrm>
        </p:grpSpPr>
        <p:sp>
          <p:nvSpPr>
            <p:cNvPr name="Freeform 4" id="4"/>
            <p:cNvSpPr/>
            <p:nvPr/>
          </p:nvSpPr>
          <p:spPr>
            <a:xfrm flipH="false" flipV="false" rot="0">
              <a:off x="0" y="0"/>
              <a:ext cx="4407921" cy="2310176"/>
            </a:xfrm>
            <a:custGeom>
              <a:avLst/>
              <a:gdLst/>
              <a:ahLst/>
              <a:cxnLst/>
              <a:rect r="r" b="b" t="t" l="l"/>
              <a:pathLst>
                <a:path h="2310176" w="4407921">
                  <a:moveTo>
                    <a:pt x="16190" y="0"/>
                  </a:moveTo>
                  <a:lnTo>
                    <a:pt x="4391731" y="0"/>
                  </a:lnTo>
                  <a:cubicBezTo>
                    <a:pt x="4400672" y="0"/>
                    <a:pt x="4407921" y="7249"/>
                    <a:pt x="4407921" y="16190"/>
                  </a:cubicBezTo>
                  <a:lnTo>
                    <a:pt x="4407921" y="2293986"/>
                  </a:lnTo>
                  <a:cubicBezTo>
                    <a:pt x="4407921" y="2302927"/>
                    <a:pt x="4400672" y="2310176"/>
                    <a:pt x="4391731" y="2310176"/>
                  </a:cubicBezTo>
                  <a:lnTo>
                    <a:pt x="16190" y="2310176"/>
                  </a:lnTo>
                  <a:cubicBezTo>
                    <a:pt x="7249" y="2310176"/>
                    <a:pt x="0" y="2302927"/>
                    <a:pt x="0" y="2293986"/>
                  </a:cubicBezTo>
                  <a:lnTo>
                    <a:pt x="0" y="16190"/>
                  </a:lnTo>
                  <a:cubicBezTo>
                    <a:pt x="0" y="7249"/>
                    <a:pt x="7249" y="0"/>
                    <a:pt x="16190" y="0"/>
                  </a:cubicBezTo>
                  <a:close/>
                </a:path>
              </a:pathLst>
            </a:custGeom>
            <a:solidFill>
              <a:srgbClr val="BBD6E1"/>
            </a:solidFill>
          </p:spPr>
        </p:sp>
        <p:sp>
          <p:nvSpPr>
            <p:cNvPr name="TextBox 5" id="5"/>
            <p:cNvSpPr txBox="true"/>
            <p:nvPr/>
          </p:nvSpPr>
          <p:spPr>
            <a:xfrm>
              <a:off x="0" y="-38100"/>
              <a:ext cx="4407921" cy="2348276"/>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4708439" y="2381003"/>
            <a:ext cx="8871123" cy="2197107"/>
          </a:xfrm>
          <a:prstGeom prst="rect">
            <a:avLst/>
          </a:prstGeom>
        </p:spPr>
        <p:txBody>
          <a:bodyPr anchor="t" rtlCol="false" tIns="0" lIns="0" bIns="0" rIns="0">
            <a:spAutoFit/>
          </a:bodyPr>
          <a:lstStyle/>
          <a:p>
            <a:pPr algn="ctr" marL="0" indent="0" lvl="0">
              <a:lnSpc>
                <a:spcPts val="8550"/>
              </a:lnSpc>
              <a:spcBef>
                <a:spcPct val="0"/>
              </a:spcBef>
            </a:pPr>
            <a:r>
              <a:rPr lang="en-US" b="true" sz="7917" spc="-467">
                <a:solidFill>
                  <a:srgbClr val="185079"/>
                </a:solidFill>
                <a:latin typeface="Open Sauce Semi-Bold"/>
                <a:ea typeface="Open Sauce Semi-Bold"/>
                <a:cs typeface="Open Sauce Semi-Bold"/>
                <a:sym typeface="Open Sauce Semi-Bold"/>
              </a:rPr>
              <a:t>C</a:t>
            </a:r>
            <a:r>
              <a:rPr lang="en-US" b="true" sz="7917" spc="-467" strike="noStrike" u="none">
                <a:solidFill>
                  <a:srgbClr val="185079"/>
                </a:solidFill>
                <a:latin typeface="Open Sauce Semi-Bold"/>
                <a:ea typeface="Open Sauce Semi-Bold"/>
                <a:cs typeface="Open Sauce Semi-Bold"/>
                <a:sym typeface="Open Sauce Semi-Bold"/>
              </a:rPr>
              <a:t>ONCLUSION &amp; NEXT STEPS</a:t>
            </a:r>
          </a:p>
        </p:txBody>
      </p:sp>
      <p:sp>
        <p:nvSpPr>
          <p:cNvPr name="TextBox 7" id="7"/>
          <p:cNvSpPr txBox="true"/>
          <p:nvPr/>
        </p:nvSpPr>
        <p:spPr>
          <a:xfrm rot="0">
            <a:off x="3743475" y="4765922"/>
            <a:ext cx="10801050" cy="1461770"/>
          </a:xfrm>
          <a:prstGeom prst="rect">
            <a:avLst/>
          </a:prstGeom>
        </p:spPr>
        <p:txBody>
          <a:bodyPr anchor="t" rtlCol="false" tIns="0" lIns="0" bIns="0" rIns="0">
            <a:spAutoFit/>
          </a:bodyPr>
          <a:lstStyle/>
          <a:p>
            <a:pPr algn="ctr" marL="0" indent="0" lvl="0">
              <a:lnSpc>
                <a:spcPts val="2380"/>
              </a:lnSpc>
              <a:spcBef>
                <a:spcPct val="0"/>
              </a:spcBef>
            </a:pPr>
            <a:r>
              <a:rPr lang="en-US" b="true" sz="1700" strike="noStrike" u="none">
                <a:solidFill>
                  <a:srgbClr val="185079"/>
                </a:solidFill>
                <a:latin typeface="Open Sauce Bold"/>
                <a:ea typeface="Open Sauce Bold"/>
                <a:cs typeface="Open Sauce Bold"/>
                <a:sym typeface="Open Sauce Bold"/>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
        <p:nvSpPr>
          <p:cNvPr name="TextBox 8" id="8"/>
          <p:cNvSpPr txBox="true"/>
          <p:nvPr/>
        </p:nvSpPr>
        <p:spPr>
          <a:xfrm rot="0">
            <a:off x="3743475" y="6539477"/>
            <a:ext cx="10801050" cy="1461770"/>
          </a:xfrm>
          <a:prstGeom prst="rect">
            <a:avLst/>
          </a:prstGeom>
        </p:spPr>
        <p:txBody>
          <a:bodyPr anchor="t" rtlCol="false" tIns="0" lIns="0" bIns="0" rIns="0">
            <a:spAutoFit/>
          </a:bodyPr>
          <a:lstStyle/>
          <a:p>
            <a:pPr algn="ctr" marL="0" indent="0" lvl="0">
              <a:lnSpc>
                <a:spcPts val="2380"/>
              </a:lnSpc>
              <a:spcBef>
                <a:spcPct val="0"/>
              </a:spcBef>
            </a:pPr>
            <a:r>
              <a:rPr lang="en-US" b="true" sz="1700" strike="noStrike" u="none">
                <a:solidFill>
                  <a:srgbClr val="185079"/>
                </a:solidFill>
                <a:latin typeface="Open Sauce Bold"/>
                <a:ea typeface="Open Sauce Bold"/>
                <a:cs typeface="Open Sauce Bold"/>
                <a:sym typeface="Open Sauce Bold"/>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7181" t="-19076" r="-3000" b="-11427"/>
            </a:stretch>
          </a:blipFill>
        </p:spPr>
      </p:sp>
      <p:sp>
        <p:nvSpPr>
          <p:cNvPr name="TextBox 3" id="3"/>
          <p:cNvSpPr txBox="true"/>
          <p:nvPr/>
        </p:nvSpPr>
        <p:spPr>
          <a:xfrm rot="0">
            <a:off x="1028700" y="3193386"/>
            <a:ext cx="10155052" cy="1965964"/>
          </a:xfrm>
          <a:prstGeom prst="rect">
            <a:avLst/>
          </a:prstGeom>
        </p:spPr>
        <p:txBody>
          <a:bodyPr anchor="t" rtlCol="false" tIns="0" lIns="0" bIns="0" rIns="0">
            <a:spAutoFit/>
          </a:bodyPr>
          <a:lstStyle/>
          <a:p>
            <a:pPr algn="l">
              <a:lnSpc>
                <a:spcPts val="15120"/>
              </a:lnSpc>
            </a:pPr>
            <a:r>
              <a:rPr lang="en-US" sz="14000" spc="-826">
                <a:solidFill>
                  <a:srgbClr val="185079"/>
                </a:solidFill>
                <a:latin typeface="Open Sauce"/>
                <a:ea typeface="Open Sauce"/>
                <a:cs typeface="Open Sauce"/>
                <a:sym typeface="Open Sauce"/>
              </a:rPr>
              <a:t>THANK YOU</a:t>
            </a:r>
          </a:p>
        </p:txBody>
      </p:sp>
      <p:sp>
        <p:nvSpPr>
          <p:cNvPr name="Freeform 4" id="4"/>
          <p:cNvSpPr/>
          <p:nvPr/>
        </p:nvSpPr>
        <p:spPr>
          <a:xfrm flipH="false" flipV="false" rot="0">
            <a:off x="5608035" y="-4316939"/>
            <a:ext cx="22188662" cy="18920878"/>
          </a:xfrm>
          <a:custGeom>
            <a:avLst/>
            <a:gdLst/>
            <a:ahLst/>
            <a:cxnLst/>
            <a:rect r="r" b="b" t="t" l="l"/>
            <a:pathLst>
              <a:path h="18920878" w="22188662">
                <a:moveTo>
                  <a:pt x="0" y="0"/>
                </a:moveTo>
                <a:lnTo>
                  <a:pt x="22188662" y="0"/>
                </a:lnTo>
                <a:lnTo>
                  <a:pt x="22188662" y="18920878"/>
                </a:lnTo>
                <a:lnTo>
                  <a:pt x="0" y="18920878"/>
                </a:lnTo>
                <a:lnTo>
                  <a:pt x="0" y="0"/>
                </a:lnTo>
                <a:close/>
              </a:path>
            </a:pathLst>
          </a:custGeom>
          <a:blipFill>
            <a:blip r:embed="rId3"/>
            <a:stretch>
              <a:fillRect l="0" t="0" r="0" b="0"/>
            </a:stretch>
          </a:blipFill>
        </p:spPr>
      </p:sp>
      <p:sp>
        <p:nvSpPr>
          <p:cNvPr name="TextBox 5" id="5"/>
          <p:cNvSpPr txBox="true"/>
          <p:nvPr/>
        </p:nvSpPr>
        <p:spPr>
          <a:xfrm rot="0">
            <a:off x="1028700" y="5001928"/>
            <a:ext cx="13616443" cy="2253611"/>
          </a:xfrm>
          <a:prstGeom prst="rect">
            <a:avLst/>
          </a:prstGeom>
        </p:spPr>
        <p:txBody>
          <a:bodyPr anchor="t" rtlCol="false" tIns="0" lIns="0" bIns="0" rIns="0">
            <a:spAutoFit/>
          </a:bodyPr>
          <a:lstStyle/>
          <a:p>
            <a:pPr algn="l" marL="0" indent="0" lvl="0">
              <a:lnSpc>
                <a:spcPts val="17279"/>
              </a:lnSpc>
              <a:spcBef>
                <a:spcPct val="0"/>
              </a:spcBef>
            </a:pPr>
            <a:r>
              <a:rPr lang="en-US" b="true" sz="15999" spc="-943">
                <a:solidFill>
                  <a:srgbClr val="185079"/>
                </a:solidFill>
                <a:latin typeface="Open Sauce Semi-Bold"/>
                <a:ea typeface="Open Sauce Semi-Bold"/>
                <a:cs typeface="Open Sauce Semi-Bold"/>
                <a:sym typeface="Open Sauce Semi-Bold"/>
              </a:rPr>
              <a:t>VERY MUCH</a:t>
            </a:r>
          </a:p>
        </p:txBody>
      </p:sp>
      <p:sp>
        <p:nvSpPr>
          <p:cNvPr name="TextBox 6" id="6"/>
          <p:cNvSpPr txBox="true"/>
          <p:nvPr/>
        </p:nvSpPr>
        <p:spPr>
          <a:xfrm rot="0">
            <a:off x="1028700" y="8788907"/>
            <a:ext cx="10155052" cy="469393"/>
          </a:xfrm>
          <a:prstGeom prst="rect">
            <a:avLst/>
          </a:prstGeom>
        </p:spPr>
        <p:txBody>
          <a:bodyPr anchor="t" rtlCol="false" tIns="0" lIns="0" bIns="0" rIns="0">
            <a:spAutoFit/>
          </a:bodyPr>
          <a:lstStyle/>
          <a:p>
            <a:pPr algn="l">
              <a:lnSpc>
                <a:spcPts val="3564"/>
              </a:lnSpc>
            </a:pPr>
            <a:r>
              <a:rPr lang="en-US" b="true" sz="3300" spc="-118">
                <a:solidFill>
                  <a:srgbClr val="185079"/>
                </a:solidFill>
                <a:latin typeface="Open Sauce Bold"/>
                <a:ea typeface="Open Sauce Bold"/>
                <a:cs typeface="Open Sauce Bold"/>
                <a:sym typeface="Open Sauce Bold"/>
              </a:rPr>
              <a:t>WWW.REALLYGREATSITE.COM</a:t>
            </a:r>
          </a:p>
        </p:txBody>
      </p:sp>
      <p:sp>
        <p:nvSpPr>
          <p:cNvPr name="Freeform 7" id="7"/>
          <p:cNvSpPr/>
          <p:nvPr/>
        </p:nvSpPr>
        <p:spPr>
          <a:xfrm flipH="false" flipV="false" rot="0">
            <a:off x="1028700" y="1028700"/>
            <a:ext cx="944219" cy="568248"/>
          </a:xfrm>
          <a:custGeom>
            <a:avLst/>
            <a:gdLst/>
            <a:ahLst/>
            <a:cxnLst/>
            <a:rect r="r" b="b" t="t" l="l"/>
            <a:pathLst>
              <a:path h="568248" w="944219">
                <a:moveTo>
                  <a:pt x="0" y="0"/>
                </a:moveTo>
                <a:lnTo>
                  <a:pt x="944219" y="0"/>
                </a:lnTo>
                <a:lnTo>
                  <a:pt x="944219" y="568248"/>
                </a:lnTo>
                <a:lnTo>
                  <a:pt x="0" y="5682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2421128" y="1127555"/>
            <a:ext cx="2738697" cy="469393"/>
          </a:xfrm>
          <a:prstGeom prst="rect">
            <a:avLst/>
          </a:prstGeom>
        </p:spPr>
        <p:txBody>
          <a:bodyPr anchor="t" rtlCol="false" tIns="0" lIns="0" bIns="0" rIns="0">
            <a:spAutoFit/>
          </a:bodyPr>
          <a:lstStyle/>
          <a:p>
            <a:pPr algn="l">
              <a:lnSpc>
                <a:spcPts val="3564"/>
              </a:lnSpc>
            </a:pPr>
            <a:r>
              <a:rPr lang="en-US" b="true" sz="3300" spc="-118">
                <a:solidFill>
                  <a:srgbClr val="185079"/>
                </a:solidFill>
                <a:latin typeface="Open Sauce Bold"/>
                <a:ea typeface="Open Sauce Bold"/>
                <a:cs typeface="Open Sauce Bold"/>
                <a:sym typeface="Open Sauce Bold"/>
              </a:rPr>
              <a:t>COMPANY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DAHXMWl3jSQ</dc:identifier>
  <dcterms:modified xsi:type="dcterms:W3CDTF">2011-08-01T06:04:30Z</dcterms:modified>
  <cp:revision>1</cp:revision>
  <dc:title>Blue and White Modern Business Proposal Presentation</dc:title>
</cp:coreProperties>
</file>